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3" r:id="rId4"/>
    <p:sldId id="264" r:id="rId5"/>
    <p:sldId id="266" r:id="rId6"/>
    <p:sldId id="267" r:id="rId7"/>
    <p:sldId id="268" r:id="rId8"/>
    <p:sldId id="262" r:id="rId9"/>
    <p:sldId id="269" r:id="rId10"/>
    <p:sldId id="270" r:id="rId11"/>
    <p:sldId id="265" r:id="rId12"/>
    <p:sldId id="271" r:id="rId13"/>
    <p:sldId id="258" r:id="rId14"/>
    <p:sldId id="277" r:id="rId15"/>
    <p:sldId id="278" r:id="rId16"/>
    <p:sldId id="259" r:id="rId17"/>
    <p:sldId id="279" r:id="rId18"/>
    <p:sldId id="280" r:id="rId19"/>
    <p:sldId id="281" r:id="rId20"/>
    <p:sldId id="260" r:id="rId21"/>
    <p:sldId id="26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4B022-AD5D-45F0-B05E-F5509B12E4BB}" v="4" dt="2025-12-09T20:24:04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 J. Whitman" userId="28735ba2-5e2a-42ed-b24e-9fc27373b590" providerId="ADAL" clId="{28320F46-44F7-B443-AFF0-729BAD7E7705}"/>
    <pc:docChg chg="custSel addSld modSld">
      <pc:chgData name="Kade J. Whitman" userId="28735ba2-5e2a-42ed-b24e-9fc27373b590" providerId="ADAL" clId="{28320F46-44F7-B443-AFF0-729BAD7E7705}" dt="2025-12-05T18:32:51.946" v="341" actId="20577"/>
      <pc:docMkLst>
        <pc:docMk/>
      </pc:docMkLst>
      <pc:sldChg chg="modSp new mod">
        <pc:chgData name="Kade J. Whitman" userId="28735ba2-5e2a-42ed-b24e-9fc27373b590" providerId="ADAL" clId="{28320F46-44F7-B443-AFF0-729BAD7E7705}" dt="2025-12-05T18:32:18.582" v="323" actId="20577"/>
        <pc:sldMkLst>
          <pc:docMk/>
          <pc:sldMk cId="787955364" sldId="277"/>
        </pc:sldMkLst>
        <pc:spChg chg="mod">
          <ac:chgData name="Kade J. Whitman" userId="28735ba2-5e2a-42ed-b24e-9fc27373b590" providerId="ADAL" clId="{28320F46-44F7-B443-AFF0-729BAD7E7705}" dt="2025-12-05T18:22:10.559" v="13" actId="20577"/>
          <ac:spMkLst>
            <pc:docMk/>
            <pc:sldMk cId="787955364" sldId="277"/>
            <ac:spMk id="2" creationId="{723DF0C9-28E7-64AD-DFFD-9CD01CCB787E}"/>
          </ac:spMkLst>
        </pc:spChg>
        <pc:spChg chg="mod">
          <ac:chgData name="Kade J. Whitman" userId="28735ba2-5e2a-42ed-b24e-9fc27373b590" providerId="ADAL" clId="{28320F46-44F7-B443-AFF0-729BAD7E7705}" dt="2025-12-05T18:32:18.582" v="323" actId="20577"/>
          <ac:spMkLst>
            <pc:docMk/>
            <pc:sldMk cId="787955364" sldId="277"/>
            <ac:spMk id="6" creationId="{6EEC59FB-10CF-E5F8-F269-0141CB02C964}"/>
          </ac:spMkLst>
        </pc:spChg>
      </pc:sldChg>
      <pc:sldChg chg="modSp new mod">
        <pc:chgData name="Kade J. Whitman" userId="28735ba2-5e2a-42ed-b24e-9fc27373b590" providerId="ADAL" clId="{28320F46-44F7-B443-AFF0-729BAD7E7705}" dt="2025-12-05T18:32:51.946" v="341" actId="20577"/>
        <pc:sldMkLst>
          <pc:docMk/>
          <pc:sldMk cId="1134291256" sldId="278"/>
        </pc:sldMkLst>
        <pc:spChg chg="mod">
          <ac:chgData name="Kade J. Whitman" userId="28735ba2-5e2a-42ed-b24e-9fc27373b590" providerId="ADAL" clId="{28320F46-44F7-B443-AFF0-729BAD7E7705}" dt="2025-12-05T18:32:51.946" v="341" actId="20577"/>
          <ac:spMkLst>
            <pc:docMk/>
            <pc:sldMk cId="1134291256" sldId="278"/>
            <ac:spMk id="2" creationId="{22A3724C-A1C2-8700-C742-D2C228BA6094}"/>
          </ac:spMkLst>
        </pc:spChg>
      </pc:sldChg>
    </pc:docChg>
  </pc:docChgLst>
  <pc:docChgLst>
    <pc:chgData name="Kade J. Whitman" userId="28735ba2-5e2a-42ed-b24e-9fc27373b590" providerId="ADAL" clId="{C5026A23-8593-4C68-8D74-F6A986D469F5}"/>
    <pc:docChg chg="undo custSel addSld delSld modSld">
      <pc:chgData name="Kade J. Whitman" userId="28735ba2-5e2a-42ed-b24e-9fc27373b590" providerId="ADAL" clId="{C5026A23-8593-4C68-8D74-F6A986D469F5}" dt="2025-12-09T20:28:00.474" v="5809" actId="1076"/>
      <pc:docMkLst>
        <pc:docMk/>
      </pc:docMkLst>
      <pc:sldChg chg="addSp modSp mod setBg">
        <pc:chgData name="Kade J. Whitman" userId="28735ba2-5e2a-42ed-b24e-9fc27373b590" providerId="ADAL" clId="{C5026A23-8593-4C68-8D74-F6A986D469F5}" dt="2025-12-05T02:55:44.101" v="3680" actId="26606"/>
        <pc:sldMkLst>
          <pc:docMk/>
          <pc:sldMk cId="916884222" sldId="256"/>
        </pc:sldMkLst>
        <pc:spChg chg="mo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2" creationId="{0A605B6D-8CEF-388A-3E82-7E452EED9381}"/>
          </ac:spMkLst>
        </pc:spChg>
        <pc:spChg chg="mo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3" creationId="{784039F4-4C4D-0378-0E4E-7D3FBBC07747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8" creationId="{8C790BE2-4E4F-4AAF-81A2-4A6F4885EBE6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10" creationId="{D28B54C3-B57B-472A-B96E-1FCB67093DC2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12" creationId="{7DB3C429-F8DA-49B9-AF84-21996FCF78B5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14" creationId="{E12088DD-B1AD-40E0-8B86-1D87A2CCD9BE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16" creationId="{C4C9F2B0-1044-46EB-8AEB-C3BFFDE6C2CC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18" creationId="{0C395952-4E26-45A2-8756-2ADFD6E53C6E}"/>
          </ac:spMkLst>
        </pc:spChg>
        <pc:spChg chg="add">
          <ac:chgData name="Kade J. Whitman" userId="28735ba2-5e2a-42ed-b24e-9fc27373b590" providerId="ADAL" clId="{C5026A23-8593-4C68-8D74-F6A986D469F5}" dt="2025-12-05T02:55:44.101" v="3680" actId="26606"/>
          <ac:spMkLst>
            <pc:docMk/>
            <pc:sldMk cId="916884222" sldId="256"/>
            <ac:spMk id="20" creationId="{4734BADF-9461-4621-B112-2D7BABEA7DD0}"/>
          </ac:spMkLst>
        </pc:spChg>
      </pc:sldChg>
      <pc:sldChg chg="addSp delSp modSp mod setBg">
        <pc:chgData name="Kade J. Whitman" userId="28735ba2-5e2a-42ed-b24e-9fc27373b590" providerId="ADAL" clId="{C5026A23-8593-4C68-8D74-F6A986D469F5}" dt="2025-12-05T02:56:11.205" v="3683" actId="26606"/>
        <pc:sldMkLst>
          <pc:docMk/>
          <pc:sldMk cId="241075199" sldId="257"/>
        </pc:sldMkLst>
        <pc:spChg chg="mod">
          <ac:chgData name="Kade J. Whitman" userId="28735ba2-5e2a-42ed-b24e-9fc27373b590" providerId="ADAL" clId="{C5026A23-8593-4C68-8D74-F6A986D469F5}" dt="2025-12-05T02:56:11.205" v="3683" actId="26606"/>
          <ac:spMkLst>
            <pc:docMk/>
            <pc:sldMk cId="241075199" sldId="257"/>
            <ac:spMk id="2" creationId="{2AE902D8-44C4-341B-64AD-AE679B0B243E}"/>
          </ac:spMkLst>
        </pc:spChg>
        <pc:spChg chg="add">
          <ac:chgData name="Kade J. Whitman" userId="28735ba2-5e2a-42ed-b24e-9fc27373b590" providerId="ADAL" clId="{C5026A23-8593-4C68-8D74-F6A986D469F5}" dt="2025-12-05T02:56:11.205" v="3683" actId="26606"/>
          <ac:spMkLst>
            <pc:docMk/>
            <pc:sldMk cId="241075199" sldId="257"/>
            <ac:spMk id="17" creationId="{53B021B3-DE93-4AB7-8A18-CF5F1CED88B8}"/>
          </ac:spMkLst>
        </pc:spChg>
        <pc:spChg chg="add">
          <ac:chgData name="Kade J. Whitman" userId="28735ba2-5e2a-42ed-b24e-9fc27373b590" providerId="ADAL" clId="{C5026A23-8593-4C68-8D74-F6A986D469F5}" dt="2025-12-05T02:56:11.205" v="3683" actId="26606"/>
          <ac:spMkLst>
            <pc:docMk/>
            <pc:sldMk cId="241075199" sldId="257"/>
            <ac:spMk id="18" creationId="{52D502E5-F6B4-4D58-B4AE-FC466FF15EE8}"/>
          </ac:spMkLst>
        </pc:spChg>
        <pc:spChg chg="add">
          <ac:chgData name="Kade J. Whitman" userId="28735ba2-5e2a-42ed-b24e-9fc27373b590" providerId="ADAL" clId="{C5026A23-8593-4C68-8D74-F6A986D469F5}" dt="2025-12-05T02:56:11.205" v="3683" actId="26606"/>
          <ac:spMkLst>
            <pc:docMk/>
            <pc:sldMk cId="241075199" sldId="257"/>
            <ac:spMk id="19" creationId="{9DECDBF4-02B6-4BB4-B65B-B8107AD6A9E8}"/>
          </ac:spMkLst>
        </pc:spChg>
        <pc:graphicFrameChg chg="add">
          <ac:chgData name="Kade J. Whitman" userId="28735ba2-5e2a-42ed-b24e-9fc27373b590" providerId="ADAL" clId="{C5026A23-8593-4C68-8D74-F6A986D469F5}" dt="2025-12-05T02:56:11.205" v="3683" actId="26606"/>
          <ac:graphicFrameMkLst>
            <pc:docMk/>
            <pc:sldMk cId="241075199" sldId="257"/>
            <ac:graphicFrameMk id="20" creationId="{12185BEF-6468-138A-CDE3-ECA9B7C84674}"/>
          </ac:graphicFrameMkLst>
        </pc:graphicFrameChg>
      </pc:sldChg>
      <pc:sldChg chg="addSp delSp modSp mod setBg">
        <pc:chgData name="Kade J. Whitman" userId="28735ba2-5e2a-42ed-b24e-9fc27373b590" providerId="ADAL" clId="{C5026A23-8593-4C68-8D74-F6A986D469F5}" dt="2025-12-05T03:05:08.518" v="3762" actId="26606"/>
        <pc:sldMkLst>
          <pc:docMk/>
          <pc:sldMk cId="2616390372" sldId="258"/>
        </pc:sldMkLst>
        <pc:spChg chg="mod">
          <ac:chgData name="Kade J. Whitman" userId="28735ba2-5e2a-42ed-b24e-9fc27373b590" providerId="ADAL" clId="{C5026A23-8593-4C68-8D74-F6A986D469F5}" dt="2025-12-05T03:05:08.518" v="3762" actId="26606"/>
          <ac:spMkLst>
            <pc:docMk/>
            <pc:sldMk cId="2616390372" sldId="258"/>
            <ac:spMk id="2" creationId="{CCF26372-A912-2580-CA70-4F367FCED409}"/>
          </ac:spMkLst>
        </pc:spChg>
        <pc:spChg chg="add">
          <ac:chgData name="Kade J. Whitman" userId="28735ba2-5e2a-42ed-b24e-9fc27373b590" providerId="ADAL" clId="{C5026A23-8593-4C68-8D74-F6A986D469F5}" dt="2025-12-05T03:05:08.518" v="3762" actId="26606"/>
          <ac:spMkLst>
            <pc:docMk/>
            <pc:sldMk cId="2616390372" sldId="258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5:08.518" v="3762" actId="26606"/>
          <ac:spMkLst>
            <pc:docMk/>
            <pc:sldMk cId="2616390372" sldId="258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5:08.518" v="3762" actId="26606"/>
          <ac:spMkLst>
            <pc:docMk/>
            <pc:sldMk cId="2616390372" sldId="258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5:08.518" v="3762" actId="26606"/>
          <ac:spMkLst>
            <pc:docMk/>
            <pc:sldMk cId="2616390372" sldId="258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5:08.518" v="3762" actId="26606"/>
          <ac:graphicFrameMkLst>
            <pc:docMk/>
            <pc:sldMk cId="2616390372" sldId="258"/>
            <ac:graphicFrameMk id="7" creationId="{61977BB0-A466-2FEF-9981-538A05EC49DC}"/>
          </ac:graphicFrameMkLst>
        </pc:graphicFrameChg>
      </pc:sldChg>
      <pc:sldChg chg="addSp modSp mod setBg">
        <pc:chgData name="Kade J. Whitman" userId="28735ba2-5e2a-42ed-b24e-9fc27373b590" providerId="ADAL" clId="{C5026A23-8593-4C68-8D74-F6A986D469F5}" dt="2025-12-09T17:58:15.376" v="4133" actId="20577"/>
        <pc:sldMkLst>
          <pc:docMk/>
          <pc:sldMk cId="3587037603" sldId="259"/>
        </pc:sldMkLst>
        <pc:spChg chg="mod">
          <ac:chgData name="Kade J. Whitman" userId="28735ba2-5e2a-42ed-b24e-9fc27373b590" providerId="ADAL" clId="{C5026A23-8593-4C68-8D74-F6A986D469F5}" dt="2025-12-05T03:05:25.716" v="3763" actId="26606"/>
          <ac:spMkLst>
            <pc:docMk/>
            <pc:sldMk cId="3587037603" sldId="259"/>
            <ac:spMk id="2" creationId="{AF28771F-BA7D-09B3-4E6C-F8D4AA20E8EB}"/>
          </ac:spMkLst>
        </pc:spChg>
        <pc:spChg chg="mod">
          <ac:chgData name="Kade J. Whitman" userId="28735ba2-5e2a-42ed-b24e-9fc27373b590" providerId="ADAL" clId="{C5026A23-8593-4C68-8D74-F6A986D469F5}" dt="2025-12-09T17:58:15.376" v="4133" actId="20577"/>
          <ac:spMkLst>
            <pc:docMk/>
            <pc:sldMk cId="3587037603" sldId="259"/>
            <ac:spMk id="6" creationId="{0F7C24FB-F5AA-DC88-600C-BA2936E1C723}"/>
          </ac:spMkLst>
        </pc:spChg>
        <pc:picChg chg="mod">
          <ac:chgData name="Kade J. Whitman" userId="28735ba2-5e2a-42ed-b24e-9fc27373b590" providerId="ADAL" clId="{C5026A23-8593-4C68-8D74-F6A986D469F5}" dt="2025-12-05T03:05:25.716" v="3763" actId="26606"/>
          <ac:picMkLst>
            <pc:docMk/>
            <pc:sldMk cId="3587037603" sldId="259"/>
            <ac:picMk id="5" creationId="{6280FCA5-01B0-1B06-F2FF-2B247C532645}"/>
          </ac:picMkLst>
        </pc:picChg>
        <pc:cxnChg chg="add">
          <ac:chgData name="Kade J. Whitman" userId="28735ba2-5e2a-42ed-b24e-9fc27373b590" providerId="ADAL" clId="{C5026A23-8593-4C68-8D74-F6A986D469F5}" dt="2025-12-05T03:05:25.716" v="3763" actId="26606"/>
          <ac:cxnSpMkLst>
            <pc:docMk/>
            <pc:sldMk cId="3587037603" sldId="259"/>
            <ac:cxnSpMk id="11" creationId="{249EDD1B-F94D-B4E6-ACAA-566B9A26FDE3}"/>
          </ac:cxnSpMkLst>
        </pc:cxnChg>
      </pc:sldChg>
      <pc:sldChg chg="addSp delSp modSp mod setBg">
        <pc:chgData name="Kade J. Whitman" userId="28735ba2-5e2a-42ed-b24e-9fc27373b590" providerId="ADAL" clId="{C5026A23-8593-4C68-8D74-F6A986D469F5}" dt="2025-12-05T03:05:51.904" v="3764" actId="26606"/>
        <pc:sldMkLst>
          <pc:docMk/>
          <pc:sldMk cId="2285513415" sldId="260"/>
        </pc:sldMkLst>
        <pc:spChg chg="mod">
          <ac:chgData name="Kade J. Whitman" userId="28735ba2-5e2a-42ed-b24e-9fc27373b590" providerId="ADAL" clId="{C5026A23-8593-4C68-8D74-F6A986D469F5}" dt="2025-12-05T03:05:51.904" v="3764" actId="26606"/>
          <ac:spMkLst>
            <pc:docMk/>
            <pc:sldMk cId="2285513415" sldId="260"/>
            <ac:spMk id="2" creationId="{F1BAD1E6-3003-7F93-5C46-642B55791DE8}"/>
          </ac:spMkLst>
        </pc:spChg>
        <pc:spChg chg="add">
          <ac:chgData name="Kade J. Whitman" userId="28735ba2-5e2a-42ed-b24e-9fc27373b590" providerId="ADAL" clId="{C5026A23-8593-4C68-8D74-F6A986D469F5}" dt="2025-12-05T03:05:51.904" v="3764" actId="26606"/>
          <ac:spMkLst>
            <pc:docMk/>
            <pc:sldMk cId="2285513415" sldId="260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5:51.904" v="3764" actId="26606"/>
          <ac:spMkLst>
            <pc:docMk/>
            <pc:sldMk cId="2285513415" sldId="260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5:51.904" v="3764" actId="26606"/>
          <ac:spMkLst>
            <pc:docMk/>
            <pc:sldMk cId="2285513415" sldId="260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5:51.904" v="3764" actId="26606"/>
          <ac:spMkLst>
            <pc:docMk/>
            <pc:sldMk cId="2285513415" sldId="260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5:51.904" v="3764" actId="26606"/>
          <ac:graphicFrameMkLst>
            <pc:docMk/>
            <pc:sldMk cId="2285513415" sldId="260"/>
            <ac:graphicFrameMk id="5" creationId="{CF438571-7E82-E86E-90C3-96CCBEF6C720}"/>
          </ac:graphicFrameMkLst>
        </pc:graphicFrameChg>
      </pc:sldChg>
      <pc:sldChg chg="addSp modSp mod setBg">
        <pc:chgData name="Kade J. Whitman" userId="28735ba2-5e2a-42ed-b24e-9fc27373b590" providerId="ADAL" clId="{C5026A23-8593-4C68-8D74-F6A986D469F5}" dt="2025-12-05T03:05:58.237" v="3765" actId="26606"/>
        <pc:sldMkLst>
          <pc:docMk/>
          <pc:sldMk cId="1855188439" sldId="261"/>
        </pc:sldMkLst>
        <pc:spChg chg="mo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2" creationId="{3330D745-9FFF-996E-E898-9422A506454B}"/>
          </ac:spMkLst>
        </pc:spChg>
        <pc:spChg chg="ad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11" creationId="{A8384FB5-9ADC-4DDC-881B-597D56F5B15D}"/>
          </ac:spMkLst>
        </pc:spChg>
        <pc:spChg chg="ad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13" creationId="{91E5A9A7-95C6-4F4F-B00E-C82E07FE62EF}"/>
          </ac:spMkLst>
        </pc:spChg>
        <pc:spChg chg="ad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15" creationId="{D07DD2DE-F619-49DD-B5E7-03A290FF4ED1}"/>
          </ac:spMkLst>
        </pc:spChg>
        <pc:spChg chg="ad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17" creationId="{85149191-5F60-4A28-AAFF-039F96B0F3EC}"/>
          </ac:spMkLst>
        </pc:spChg>
        <pc:spChg chg="add">
          <ac:chgData name="Kade J. Whitman" userId="28735ba2-5e2a-42ed-b24e-9fc27373b590" providerId="ADAL" clId="{C5026A23-8593-4C68-8D74-F6A986D469F5}" dt="2025-12-05T03:05:58.237" v="3765" actId="26606"/>
          <ac:spMkLst>
            <pc:docMk/>
            <pc:sldMk cId="1855188439" sldId="261"/>
            <ac:spMk id="19" creationId="{F8260ED5-17F7-4158-B241-D51DD4CF1B7E}"/>
          </ac:spMkLst>
        </pc:spChg>
        <pc:picChg chg="mod">
          <ac:chgData name="Kade J. Whitman" userId="28735ba2-5e2a-42ed-b24e-9fc27373b590" providerId="ADAL" clId="{C5026A23-8593-4C68-8D74-F6A986D469F5}" dt="2025-12-05T03:05:58.237" v="3765" actId="26606"/>
          <ac:picMkLst>
            <pc:docMk/>
            <pc:sldMk cId="1855188439" sldId="261"/>
            <ac:picMk id="5" creationId="{A140CCB9-4BC1-6387-2351-95D3D993CDF0}"/>
          </ac:picMkLst>
        </pc:picChg>
      </pc:sldChg>
      <pc:sldChg chg="addSp modSp add mod setBg">
        <pc:chgData name="Kade J. Whitman" userId="28735ba2-5e2a-42ed-b24e-9fc27373b590" providerId="ADAL" clId="{C5026A23-8593-4C68-8D74-F6A986D469F5}" dt="2025-12-05T02:59:46.519" v="3710" actId="26606"/>
        <pc:sldMkLst>
          <pc:docMk/>
          <pc:sldMk cId="4056829866" sldId="262"/>
        </pc:sldMkLst>
        <pc:spChg chg="mod">
          <ac:chgData name="Kade J. Whitman" userId="28735ba2-5e2a-42ed-b24e-9fc27373b590" providerId="ADAL" clId="{C5026A23-8593-4C68-8D74-F6A986D469F5}" dt="2025-12-05T02:59:46.519" v="3710" actId="26606"/>
          <ac:spMkLst>
            <pc:docMk/>
            <pc:sldMk cId="4056829866" sldId="262"/>
            <ac:spMk id="2" creationId="{4D8A9FAA-A759-6792-D5B3-02C31A08CC8A}"/>
          </ac:spMkLst>
        </pc:spChg>
        <pc:spChg chg="mod">
          <ac:chgData name="Kade J. Whitman" userId="28735ba2-5e2a-42ed-b24e-9fc27373b590" providerId="ADAL" clId="{C5026A23-8593-4C68-8D74-F6A986D469F5}" dt="2025-12-05T02:59:46.519" v="3710" actId="26606"/>
          <ac:spMkLst>
            <pc:docMk/>
            <pc:sldMk cId="4056829866" sldId="262"/>
            <ac:spMk id="6" creationId="{50096D87-7926-12C1-8312-8611F73137FE}"/>
          </ac:spMkLst>
        </pc:spChg>
        <pc:picChg chg="mod ord">
          <ac:chgData name="Kade J. Whitman" userId="28735ba2-5e2a-42ed-b24e-9fc27373b590" providerId="ADAL" clId="{C5026A23-8593-4C68-8D74-F6A986D469F5}" dt="2025-12-05T02:59:46.519" v="3710" actId="26606"/>
          <ac:picMkLst>
            <pc:docMk/>
            <pc:sldMk cId="4056829866" sldId="262"/>
            <ac:picMk id="5" creationId="{146D73EA-B129-171A-FAD0-9E9B3FC4CED4}"/>
          </ac:picMkLst>
        </pc:picChg>
        <pc:cxnChg chg="add">
          <ac:chgData name="Kade J. Whitman" userId="28735ba2-5e2a-42ed-b24e-9fc27373b590" providerId="ADAL" clId="{C5026A23-8593-4C68-8D74-F6A986D469F5}" dt="2025-12-05T02:59:46.519" v="3710" actId="26606"/>
          <ac:cxnSpMkLst>
            <pc:docMk/>
            <pc:sldMk cId="4056829866" sldId="262"/>
            <ac:cxnSpMk id="11" creationId="{37C77032-C865-6057-7D7A-E2743CFA20F9}"/>
          </ac:cxnSpMkLst>
        </pc:cxnChg>
      </pc:sldChg>
      <pc:sldChg chg="addSp delSp modSp new mod setBg">
        <pc:chgData name="Kade J. Whitman" userId="28735ba2-5e2a-42ed-b24e-9fc27373b590" providerId="ADAL" clId="{C5026A23-8593-4C68-8D74-F6A986D469F5}" dt="2025-12-05T02:56:24.835" v="3684" actId="26606"/>
        <pc:sldMkLst>
          <pc:docMk/>
          <pc:sldMk cId="1239444738" sldId="263"/>
        </pc:sldMkLst>
        <pc:spChg chg="mod">
          <ac:chgData name="Kade J. Whitman" userId="28735ba2-5e2a-42ed-b24e-9fc27373b590" providerId="ADAL" clId="{C5026A23-8593-4C68-8D74-F6A986D469F5}" dt="2025-12-05T02:56:24.835" v="3684" actId="26606"/>
          <ac:spMkLst>
            <pc:docMk/>
            <pc:sldMk cId="1239444738" sldId="263"/>
            <ac:spMk id="2" creationId="{76495BD6-D451-E204-72EC-AC83693FCACD}"/>
          </ac:spMkLst>
        </pc:spChg>
        <pc:spChg chg="add">
          <ac:chgData name="Kade J. Whitman" userId="28735ba2-5e2a-42ed-b24e-9fc27373b590" providerId="ADAL" clId="{C5026A23-8593-4C68-8D74-F6A986D469F5}" dt="2025-12-05T02:56:24.835" v="3684" actId="26606"/>
          <ac:spMkLst>
            <pc:docMk/>
            <pc:sldMk cId="1239444738" sldId="263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2:56:24.835" v="3684" actId="26606"/>
          <ac:spMkLst>
            <pc:docMk/>
            <pc:sldMk cId="1239444738" sldId="263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2:56:24.835" v="3684" actId="26606"/>
          <ac:spMkLst>
            <pc:docMk/>
            <pc:sldMk cId="1239444738" sldId="263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2:56:24.835" v="3684" actId="26606"/>
          <ac:spMkLst>
            <pc:docMk/>
            <pc:sldMk cId="1239444738" sldId="263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2:56:24.835" v="3684" actId="26606"/>
          <ac:graphicFrameMkLst>
            <pc:docMk/>
            <pc:sldMk cId="1239444738" sldId="263"/>
            <ac:graphicFrameMk id="5" creationId="{005E8D4E-8415-699A-2F13-1BC744010B8D}"/>
          </ac:graphicFrameMkLst>
        </pc:graphicFrameChg>
      </pc:sldChg>
      <pc:sldChg chg="addSp delSp modSp new mod setBg">
        <pc:chgData name="Kade J. Whitman" userId="28735ba2-5e2a-42ed-b24e-9fc27373b590" providerId="ADAL" clId="{C5026A23-8593-4C68-8D74-F6A986D469F5}" dt="2025-12-05T02:56:39.036" v="3687" actId="26606"/>
        <pc:sldMkLst>
          <pc:docMk/>
          <pc:sldMk cId="4201965220" sldId="264"/>
        </pc:sldMkLst>
        <pc:spChg chg="mod">
          <ac:chgData name="Kade J. Whitman" userId="28735ba2-5e2a-42ed-b24e-9fc27373b590" providerId="ADAL" clId="{C5026A23-8593-4C68-8D74-F6A986D469F5}" dt="2025-12-05T02:56:39.036" v="3687" actId="26606"/>
          <ac:spMkLst>
            <pc:docMk/>
            <pc:sldMk cId="4201965220" sldId="264"/>
            <ac:spMk id="2" creationId="{4DE592C8-1536-76DD-4CAF-76B03D694D30}"/>
          </ac:spMkLst>
        </pc:spChg>
        <pc:spChg chg="add">
          <ac:chgData name="Kade J. Whitman" userId="28735ba2-5e2a-42ed-b24e-9fc27373b590" providerId="ADAL" clId="{C5026A23-8593-4C68-8D74-F6A986D469F5}" dt="2025-12-05T02:56:39.036" v="3687" actId="26606"/>
          <ac:spMkLst>
            <pc:docMk/>
            <pc:sldMk cId="4201965220" sldId="264"/>
            <ac:spMk id="17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2:56:39.036" v="3687" actId="26606"/>
          <ac:spMkLst>
            <pc:docMk/>
            <pc:sldMk cId="4201965220" sldId="264"/>
            <ac:spMk id="18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2:56:39.036" v="3687" actId="26606"/>
          <ac:spMkLst>
            <pc:docMk/>
            <pc:sldMk cId="4201965220" sldId="264"/>
            <ac:spMk id="19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2:56:39.036" v="3687" actId="26606"/>
          <ac:spMkLst>
            <pc:docMk/>
            <pc:sldMk cId="4201965220" sldId="264"/>
            <ac:spMk id="20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2:56:39.036" v="3687" actId="26606"/>
          <ac:graphicFrameMkLst>
            <pc:docMk/>
            <pc:sldMk cId="4201965220" sldId="264"/>
            <ac:graphicFrameMk id="21" creationId="{063D4188-D163-199A-4EC3-1C476465AEC4}"/>
          </ac:graphicFrameMkLst>
        </pc:graphicFrameChg>
      </pc:sldChg>
      <pc:sldChg chg="addSp modSp add mod setBg">
        <pc:chgData name="Kade J. Whitman" userId="28735ba2-5e2a-42ed-b24e-9fc27373b590" providerId="ADAL" clId="{C5026A23-8593-4C68-8D74-F6A986D469F5}" dt="2025-12-05T03:04:21.067" v="3756" actId="26606"/>
        <pc:sldMkLst>
          <pc:docMk/>
          <pc:sldMk cId="1487047526" sldId="265"/>
        </pc:sldMkLst>
        <pc:spChg chg="mod">
          <ac:chgData name="Kade J. Whitman" userId="28735ba2-5e2a-42ed-b24e-9fc27373b590" providerId="ADAL" clId="{C5026A23-8593-4C68-8D74-F6A986D469F5}" dt="2025-12-05T03:04:21.067" v="3756" actId="26606"/>
          <ac:spMkLst>
            <pc:docMk/>
            <pc:sldMk cId="1487047526" sldId="265"/>
            <ac:spMk id="2" creationId="{142FC8E7-1A3C-6925-53E6-4A80D8575096}"/>
          </ac:spMkLst>
        </pc:spChg>
        <pc:spChg chg="add">
          <ac:chgData name="Kade J. Whitman" userId="28735ba2-5e2a-42ed-b24e-9fc27373b590" providerId="ADAL" clId="{C5026A23-8593-4C68-8D74-F6A986D469F5}" dt="2025-12-05T03:04:21.067" v="3756" actId="26606"/>
          <ac:spMkLst>
            <pc:docMk/>
            <pc:sldMk cId="1487047526" sldId="265"/>
            <ac:spMk id="10" creationId="{A8384FB5-9ADC-4DDC-881B-597D56F5B15D}"/>
          </ac:spMkLst>
        </pc:spChg>
        <pc:spChg chg="add">
          <ac:chgData name="Kade J. Whitman" userId="28735ba2-5e2a-42ed-b24e-9fc27373b590" providerId="ADAL" clId="{C5026A23-8593-4C68-8D74-F6A986D469F5}" dt="2025-12-05T03:04:21.067" v="3756" actId="26606"/>
          <ac:spMkLst>
            <pc:docMk/>
            <pc:sldMk cId="1487047526" sldId="265"/>
            <ac:spMk id="12" creationId="{1199E1B1-A8C0-4FE8-A5A8-1CB41D69F857}"/>
          </ac:spMkLst>
        </pc:spChg>
        <pc:spChg chg="add">
          <ac:chgData name="Kade J. Whitman" userId="28735ba2-5e2a-42ed-b24e-9fc27373b590" providerId="ADAL" clId="{C5026A23-8593-4C68-8D74-F6A986D469F5}" dt="2025-12-05T03:04:21.067" v="3756" actId="26606"/>
          <ac:spMkLst>
            <pc:docMk/>
            <pc:sldMk cId="1487047526" sldId="265"/>
            <ac:spMk id="14" creationId="{84A8DE83-DE75-4B41-9DB4-A7EC0B0DEC0B}"/>
          </ac:spMkLst>
        </pc:spChg>
        <pc:spChg chg="add">
          <ac:chgData name="Kade J. Whitman" userId="28735ba2-5e2a-42ed-b24e-9fc27373b590" providerId="ADAL" clId="{C5026A23-8593-4C68-8D74-F6A986D469F5}" dt="2025-12-05T03:04:21.067" v="3756" actId="26606"/>
          <ac:spMkLst>
            <pc:docMk/>
            <pc:sldMk cId="1487047526" sldId="265"/>
            <ac:spMk id="16" creationId="{A7009A0A-BEF5-4EAC-AF15-E4F9F002E239}"/>
          </ac:spMkLst>
        </pc:spChg>
        <pc:picChg chg="mod">
          <ac:chgData name="Kade J. Whitman" userId="28735ba2-5e2a-42ed-b24e-9fc27373b590" providerId="ADAL" clId="{C5026A23-8593-4C68-8D74-F6A986D469F5}" dt="2025-12-05T03:04:21.067" v="3756" actId="26606"/>
          <ac:picMkLst>
            <pc:docMk/>
            <pc:sldMk cId="1487047526" sldId="265"/>
            <ac:picMk id="5" creationId="{F0F6B829-F742-9DEF-1897-BAEBE03E2CD4}"/>
          </ac:picMkLst>
        </pc:picChg>
      </pc:sldChg>
      <pc:sldChg chg="addSp delSp modSp add mod setBg">
        <pc:chgData name="Kade J. Whitman" userId="28735ba2-5e2a-42ed-b24e-9fc27373b590" providerId="ADAL" clId="{C5026A23-8593-4C68-8D74-F6A986D469F5}" dt="2025-12-05T02:57:10.644" v="3690" actId="26606"/>
        <pc:sldMkLst>
          <pc:docMk/>
          <pc:sldMk cId="2069613544" sldId="266"/>
        </pc:sldMkLst>
        <pc:spChg chg="mod">
          <ac:chgData name="Kade J. Whitman" userId="28735ba2-5e2a-42ed-b24e-9fc27373b590" providerId="ADAL" clId="{C5026A23-8593-4C68-8D74-F6A986D469F5}" dt="2025-12-05T02:57:10.644" v="3690" actId="26606"/>
          <ac:spMkLst>
            <pc:docMk/>
            <pc:sldMk cId="2069613544" sldId="266"/>
            <ac:spMk id="2" creationId="{6D48D45A-F8A1-33FC-43DC-DB9A54EAD79F}"/>
          </ac:spMkLst>
        </pc:spChg>
        <pc:spChg chg="add">
          <ac:chgData name="Kade J. Whitman" userId="28735ba2-5e2a-42ed-b24e-9fc27373b590" providerId="ADAL" clId="{C5026A23-8593-4C68-8D74-F6A986D469F5}" dt="2025-12-05T02:57:10.644" v="3690" actId="26606"/>
          <ac:spMkLst>
            <pc:docMk/>
            <pc:sldMk cId="2069613544" sldId="266"/>
            <ac:spMk id="17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2:57:10.644" v="3690" actId="26606"/>
          <ac:spMkLst>
            <pc:docMk/>
            <pc:sldMk cId="2069613544" sldId="266"/>
            <ac:spMk id="18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2:57:10.644" v="3690" actId="26606"/>
          <ac:spMkLst>
            <pc:docMk/>
            <pc:sldMk cId="2069613544" sldId="266"/>
            <ac:spMk id="19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2:57:10.644" v="3690" actId="26606"/>
          <ac:spMkLst>
            <pc:docMk/>
            <pc:sldMk cId="2069613544" sldId="266"/>
            <ac:spMk id="20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2:57:10.644" v="3690" actId="26606"/>
          <ac:graphicFrameMkLst>
            <pc:docMk/>
            <pc:sldMk cId="2069613544" sldId="266"/>
            <ac:graphicFrameMk id="21" creationId="{F4EBF699-822F-5CB8-FCFF-A702F8FE9CB4}"/>
          </ac:graphicFrameMkLst>
        </pc:graphicFrameChg>
      </pc:sldChg>
      <pc:sldChg chg="addSp delSp modSp add mod setBg">
        <pc:chgData name="Kade J. Whitman" userId="28735ba2-5e2a-42ed-b24e-9fc27373b590" providerId="ADAL" clId="{C5026A23-8593-4C68-8D74-F6A986D469F5}" dt="2025-12-05T02:58:19.052" v="3700" actId="255"/>
        <pc:sldMkLst>
          <pc:docMk/>
          <pc:sldMk cId="443737697" sldId="267"/>
        </pc:sldMkLst>
        <pc:spChg chg="mod">
          <ac:chgData name="Kade J. Whitman" userId="28735ba2-5e2a-42ed-b24e-9fc27373b590" providerId="ADAL" clId="{C5026A23-8593-4C68-8D74-F6A986D469F5}" dt="2025-12-05T02:57:51.516" v="3697" actId="26606"/>
          <ac:spMkLst>
            <pc:docMk/>
            <pc:sldMk cId="443737697" sldId="267"/>
            <ac:spMk id="2" creationId="{A6F3FC10-E15E-7505-3968-9E70744F1F83}"/>
          </ac:spMkLst>
        </pc:spChg>
        <pc:spChg chg="mod">
          <ac:chgData name="Kade J. Whitman" userId="28735ba2-5e2a-42ed-b24e-9fc27373b590" providerId="ADAL" clId="{C5026A23-8593-4C68-8D74-F6A986D469F5}" dt="2025-12-05T02:58:19.052" v="3700" actId="255"/>
          <ac:spMkLst>
            <pc:docMk/>
            <pc:sldMk cId="443737697" sldId="267"/>
            <ac:spMk id="6" creationId="{9E5A92F9-3F31-59D9-EBFB-423735B6FAE1}"/>
          </ac:spMkLst>
        </pc:spChg>
        <pc:picChg chg="mod ord">
          <ac:chgData name="Kade J. Whitman" userId="28735ba2-5e2a-42ed-b24e-9fc27373b590" providerId="ADAL" clId="{C5026A23-8593-4C68-8D74-F6A986D469F5}" dt="2025-12-05T02:57:51.516" v="3697" actId="26606"/>
          <ac:picMkLst>
            <pc:docMk/>
            <pc:sldMk cId="443737697" sldId="267"/>
            <ac:picMk id="5" creationId="{E2434717-9CC9-DB5C-75C0-C727C89A85BF}"/>
          </ac:picMkLst>
        </pc:picChg>
      </pc:sldChg>
      <pc:sldChg chg="addSp delSp modSp add mod setBg">
        <pc:chgData name="Kade J. Whitman" userId="28735ba2-5e2a-42ed-b24e-9fc27373b590" providerId="ADAL" clId="{C5026A23-8593-4C68-8D74-F6A986D469F5}" dt="2025-12-05T02:59:37.649" v="3709" actId="14100"/>
        <pc:sldMkLst>
          <pc:docMk/>
          <pc:sldMk cId="2765529473" sldId="268"/>
        </pc:sldMkLst>
        <pc:spChg chg="mod">
          <ac:chgData name="Kade J. Whitman" userId="28735ba2-5e2a-42ed-b24e-9fc27373b590" providerId="ADAL" clId="{C5026A23-8593-4C68-8D74-F6A986D469F5}" dt="2025-12-05T02:58:59.426" v="3704" actId="26606"/>
          <ac:spMkLst>
            <pc:docMk/>
            <pc:sldMk cId="2765529473" sldId="268"/>
            <ac:spMk id="2" creationId="{1B624743-A180-9F7E-2E14-94630B456E81}"/>
          </ac:spMkLst>
        </pc:spChg>
        <pc:graphicFrameChg chg="add">
          <ac:chgData name="Kade J. Whitman" userId="28735ba2-5e2a-42ed-b24e-9fc27373b590" providerId="ADAL" clId="{C5026A23-8593-4C68-8D74-F6A986D469F5}" dt="2025-12-05T02:59:06.735" v="3707" actId="26606"/>
          <ac:graphicFrameMkLst>
            <pc:docMk/>
            <pc:sldMk cId="2765529473" sldId="268"/>
            <ac:graphicFrameMk id="10" creationId="{11B3391A-1338-C0E5-F6C9-E765CEF28163}"/>
          </ac:graphicFrameMkLst>
        </pc:graphicFrameChg>
        <pc:picChg chg="mod">
          <ac:chgData name="Kade J. Whitman" userId="28735ba2-5e2a-42ed-b24e-9fc27373b590" providerId="ADAL" clId="{C5026A23-8593-4C68-8D74-F6A986D469F5}" dt="2025-12-05T02:59:37.649" v="3709" actId="14100"/>
          <ac:picMkLst>
            <pc:docMk/>
            <pc:sldMk cId="2765529473" sldId="268"/>
            <ac:picMk id="5" creationId="{C750DBE7-A79F-2E01-4D77-00CD5AC94526}"/>
          </ac:picMkLst>
        </pc:picChg>
      </pc:sldChg>
      <pc:sldChg chg="addSp modSp add mod setBg">
        <pc:chgData name="Kade J. Whitman" userId="28735ba2-5e2a-42ed-b24e-9fc27373b590" providerId="ADAL" clId="{C5026A23-8593-4C68-8D74-F6A986D469F5}" dt="2025-12-05T02:59:52.167" v="3711" actId="26606"/>
        <pc:sldMkLst>
          <pc:docMk/>
          <pc:sldMk cId="4236724593" sldId="269"/>
        </pc:sldMkLst>
        <pc:spChg chg="mod">
          <ac:chgData name="Kade J. Whitman" userId="28735ba2-5e2a-42ed-b24e-9fc27373b590" providerId="ADAL" clId="{C5026A23-8593-4C68-8D74-F6A986D469F5}" dt="2025-12-05T02:59:52.167" v="3711" actId="26606"/>
          <ac:spMkLst>
            <pc:docMk/>
            <pc:sldMk cId="4236724593" sldId="269"/>
            <ac:spMk id="2" creationId="{8ECA4B89-7A7F-7782-9C16-C70D94E4F123}"/>
          </ac:spMkLst>
        </pc:spChg>
        <pc:spChg chg="mod">
          <ac:chgData name="Kade J. Whitman" userId="28735ba2-5e2a-42ed-b24e-9fc27373b590" providerId="ADAL" clId="{C5026A23-8593-4C68-8D74-F6A986D469F5}" dt="2025-12-05T02:59:52.167" v="3711" actId="26606"/>
          <ac:spMkLst>
            <pc:docMk/>
            <pc:sldMk cId="4236724593" sldId="269"/>
            <ac:spMk id="6" creationId="{06A08AA6-B447-D575-493C-761840075999}"/>
          </ac:spMkLst>
        </pc:spChg>
        <pc:picChg chg="mod ord">
          <ac:chgData name="Kade J. Whitman" userId="28735ba2-5e2a-42ed-b24e-9fc27373b590" providerId="ADAL" clId="{C5026A23-8593-4C68-8D74-F6A986D469F5}" dt="2025-12-05T02:59:52.167" v="3711" actId="26606"/>
          <ac:picMkLst>
            <pc:docMk/>
            <pc:sldMk cId="4236724593" sldId="269"/>
            <ac:picMk id="5" creationId="{443D0608-0679-19BC-B556-2CC610161670}"/>
          </ac:picMkLst>
        </pc:picChg>
        <pc:cxnChg chg="add">
          <ac:chgData name="Kade J. Whitman" userId="28735ba2-5e2a-42ed-b24e-9fc27373b590" providerId="ADAL" clId="{C5026A23-8593-4C68-8D74-F6A986D469F5}" dt="2025-12-05T02:59:52.167" v="3711" actId="26606"/>
          <ac:cxnSpMkLst>
            <pc:docMk/>
            <pc:sldMk cId="4236724593" sldId="269"/>
            <ac:cxnSpMk id="11" creationId="{37C77032-C865-6057-7D7A-E2743CFA20F9}"/>
          </ac:cxnSpMkLst>
        </pc:cxnChg>
      </pc:sldChg>
      <pc:sldChg chg="addSp delSp modSp add mod setBg delDesignElem">
        <pc:chgData name="Kade J. Whitman" userId="28735ba2-5e2a-42ed-b24e-9fc27373b590" providerId="ADAL" clId="{C5026A23-8593-4C68-8D74-F6A986D469F5}" dt="2025-12-05T03:04:07.192" v="3755" actId="14100"/>
        <pc:sldMkLst>
          <pc:docMk/>
          <pc:sldMk cId="2510124365" sldId="270"/>
        </pc:sldMkLst>
        <pc:spChg chg="mod">
          <ac:chgData name="Kade J. Whitman" userId="28735ba2-5e2a-42ed-b24e-9fc27373b590" providerId="ADAL" clId="{C5026A23-8593-4C68-8D74-F6A986D469F5}" dt="2025-12-05T03:02:11.143" v="3742" actId="26606"/>
          <ac:spMkLst>
            <pc:docMk/>
            <pc:sldMk cId="2510124365" sldId="270"/>
            <ac:spMk id="2" creationId="{A24EBCDB-2D0E-58F2-8A27-88B1F02F01A4}"/>
          </ac:spMkLst>
        </pc:spChg>
        <pc:spChg chg="add del mod">
          <ac:chgData name="Kade J. Whitman" userId="28735ba2-5e2a-42ed-b24e-9fc27373b590" providerId="ADAL" clId="{C5026A23-8593-4C68-8D74-F6A986D469F5}" dt="2025-12-05T03:02:11.143" v="3742" actId="26606"/>
          <ac:spMkLst>
            <pc:docMk/>
            <pc:sldMk cId="2510124365" sldId="270"/>
            <ac:spMk id="8" creationId="{465D65F9-96A1-1869-977E-AE95B7421A25}"/>
          </ac:spMkLst>
        </pc:spChg>
        <pc:spChg chg="add">
          <ac:chgData name="Kade J. Whitman" userId="28735ba2-5e2a-42ed-b24e-9fc27373b590" providerId="ADAL" clId="{C5026A23-8593-4C68-8D74-F6A986D469F5}" dt="2025-12-05T03:02:11.143" v="3742" actId="26606"/>
          <ac:spMkLst>
            <pc:docMk/>
            <pc:sldMk cId="2510124365" sldId="270"/>
            <ac:spMk id="10" creationId="{AEFBF989-E1E0-41D0-8A4F-A5C3E8193DC9}"/>
          </ac:spMkLst>
        </pc:spChg>
        <pc:picChg chg="mod ord">
          <ac:chgData name="Kade J. Whitman" userId="28735ba2-5e2a-42ed-b24e-9fc27373b590" providerId="ADAL" clId="{C5026A23-8593-4C68-8D74-F6A986D469F5}" dt="2025-12-05T03:03:58.143" v="3753" actId="14100"/>
          <ac:picMkLst>
            <pc:docMk/>
            <pc:sldMk cId="2510124365" sldId="270"/>
            <ac:picMk id="5" creationId="{8BD13C36-B303-F338-37B9-11B952F0350D}"/>
          </ac:picMkLst>
        </pc:picChg>
        <pc:picChg chg="mod ord">
          <ac:chgData name="Kade J. Whitman" userId="28735ba2-5e2a-42ed-b24e-9fc27373b590" providerId="ADAL" clId="{C5026A23-8593-4C68-8D74-F6A986D469F5}" dt="2025-12-05T03:04:07.192" v="3755" actId="14100"/>
          <ac:picMkLst>
            <pc:docMk/>
            <pc:sldMk cId="2510124365" sldId="270"/>
            <ac:picMk id="7" creationId="{FEB75BF9-0D99-8CB7-8894-1E79565A9434}"/>
          </ac:picMkLst>
        </pc:picChg>
        <pc:cxnChg chg="add">
          <ac:chgData name="Kade J. Whitman" userId="28735ba2-5e2a-42ed-b24e-9fc27373b590" providerId="ADAL" clId="{C5026A23-8593-4C68-8D74-F6A986D469F5}" dt="2025-12-05T03:02:11.143" v="3742" actId="26606"/>
          <ac:cxnSpMkLst>
            <pc:docMk/>
            <pc:sldMk cId="2510124365" sldId="270"/>
            <ac:cxnSpMk id="11" creationId="{1503BFE4-729B-D9D0-C17B-501E6AF1127A}"/>
          </ac:cxnSpMkLst>
        </pc:cxnChg>
      </pc:sldChg>
      <pc:sldChg chg="addSp delSp modSp add mod setBg">
        <pc:chgData name="Kade J. Whitman" userId="28735ba2-5e2a-42ed-b24e-9fc27373b590" providerId="ADAL" clId="{C5026A23-8593-4C68-8D74-F6A986D469F5}" dt="2025-12-05T03:04:35.232" v="3759" actId="26606"/>
        <pc:sldMkLst>
          <pc:docMk/>
          <pc:sldMk cId="3041062887" sldId="271"/>
        </pc:sldMkLst>
        <pc:spChg chg="mod">
          <ac:chgData name="Kade J. Whitman" userId="28735ba2-5e2a-42ed-b24e-9fc27373b590" providerId="ADAL" clId="{C5026A23-8593-4C68-8D74-F6A986D469F5}" dt="2025-12-05T03:04:35.232" v="3759" actId="26606"/>
          <ac:spMkLst>
            <pc:docMk/>
            <pc:sldMk cId="3041062887" sldId="271"/>
            <ac:spMk id="2" creationId="{8E54E039-1E34-485B-FC52-AE7CD0696941}"/>
          </ac:spMkLst>
        </pc:spChg>
        <pc:spChg chg="add">
          <ac:chgData name="Kade J. Whitman" userId="28735ba2-5e2a-42ed-b24e-9fc27373b590" providerId="ADAL" clId="{C5026A23-8593-4C68-8D74-F6A986D469F5}" dt="2025-12-05T03:04:35.232" v="3759" actId="26606"/>
          <ac:spMkLst>
            <pc:docMk/>
            <pc:sldMk cId="3041062887" sldId="271"/>
            <ac:spMk id="17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4:35.232" v="3759" actId="26606"/>
          <ac:spMkLst>
            <pc:docMk/>
            <pc:sldMk cId="3041062887" sldId="271"/>
            <ac:spMk id="18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4:35.232" v="3759" actId="26606"/>
          <ac:spMkLst>
            <pc:docMk/>
            <pc:sldMk cId="3041062887" sldId="271"/>
            <ac:spMk id="19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4:35.232" v="3759" actId="26606"/>
          <ac:spMkLst>
            <pc:docMk/>
            <pc:sldMk cId="3041062887" sldId="271"/>
            <ac:spMk id="20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4:35.232" v="3759" actId="26606"/>
          <ac:graphicFrameMkLst>
            <pc:docMk/>
            <pc:sldMk cId="3041062887" sldId="271"/>
            <ac:graphicFrameMk id="21" creationId="{D6BDAB8A-EBF8-BF8C-0927-958DEE7EBBE6}"/>
          </ac:graphicFrameMkLst>
        </pc:graphicFrameChg>
      </pc:sldChg>
      <pc:sldChg chg="addSp delSp modSp new mod setBg">
        <pc:chgData name="Kade J. Whitman" userId="28735ba2-5e2a-42ed-b24e-9fc27373b590" providerId="ADAL" clId="{C5026A23-8593-4C68-8D74-F6A986D469F5}" dt="2025-12-09T19:40:52.120" v="5179" actId="27636"/>
        <pc:sldMkLst>
          <pc:docMk/>
          <pc:sldMk cId="1952067287" sldId="272"/>
        </pc:sldMkLst>
        <pc:spChg chg="mod">
          <ac:chgData name="Kade J. Whitman" userId="28735ba2-5e2a-42ed-b24e-9fc27373b590" providerId="ADAL" clId="{C5026A23-8593-4C68-8D74-F6A986D469F5}" dt="2025-12-09T19:38:17.302" v="5000" actId="1076"/>
          <ac:spMkLst>
            <pc:docMk/>
            <pc:sldMk cId="1952067287" sldId="272"/>
            <ac:spMk id="2" creationId="{8CE401E2-CE31-9FCD-D32F-97363A222288}"/>
          </ac:spMkLst>
        </pc:spChg>
        <pc:spChg chg="add del mod">
          <ac:chgData name="Kade J. Whitman" userId="28735ba2-5e2a-42ed-b24e-9fc27373b590" providerId="ADAL" clId="{C5026A23-8593-4C68-8D74-F6A986D469F5}" dt="2025-12-09T17:56:22.023" v="4074" actId="478"/>
          <ac:spMkLst>
            <pc:docMk/>
            <pc:sldMk cId="1952067287" sldId="272"/>
            <ac:spMk id="4" creationId="{E10D2E2B-A1AA-7287-BDFD-5BD53F049269}"/>
          </ac:spMkLst>
        </pc:spChg>
        <pc:spChg chg="add mod">
          <ac:chgData name="Kade J. Whitman" userId="28735ba2-5e2a-42ed-b24e-9fc27373b590" providerId="ADAL" clId="{C5026A23-8593-4C68-8D74-F6A986D469F5}" dt="2025-12-09T19:40:52.120" v="5179" actId="27636"/>
          <ac:spMkLst>
            <pc:docMk/>
            <pc:sldMk cId="1952067287" sldId="272"/>
            <ac:spMk id="8" creationId="{A2F24DEE-2C17-6E74-AD9B-96749C145C17}"/>
          </ac:spMkLst>
        </pc:spChg>
        <pc:spChg chg="add">
          <ac:chgData name="Kade J. Whitman" userId="28735ba2-5e2a-42ed-b24e-9fc27373b590" providerId="ADAL" clId="{C5026A23-8593-4C68-8D74-F6A986D469F5}" dt="2025-12-05T03:06:02.895" v="3766" actId="26606"/>
          <ac:spMkLst>
            <pc:docMk/>
            <pc:sldMk cId="1952067287" sldId="272"/>
            <ac:spMk id="10" creationId="{A8384FB5-9ADC-4DDC-881B-597D56F5B15D}"/>
          </ac:spMkLst>
        </pc:spChg>
        <pc:spChg chg="add">
          <ac:chgData name="Kade J. Whitman" userId="28735ba2-5e2a-42ed-b24e-9fc27373b590" providerId="ADAL" clId="{C5026A23-8593-4C68-8D74-F6A986D469F5}" dt="2025-12-05T03:06:02.895" v="3766" actId="26606"/>
          <ac:spMkLst>
            <pc:docMk/>
            <pc:sldMk cId="1952067287" sldId="272"/>
            <ac:spMk id="12" creationId="{91E5A9A7-95C6-4F4F-B00E-C82E07FE62EF}"/>
          </ac:spMkLst>
        </pc:spChg>
        <pc:spChg chg="add">
          <ac:chgData name="Kade J. Whitman" userId="28735ba2-5e2a-42ed-b24e-9fc27373b590" providerId="ADAL" clId="{C5026A23-8593-4C68-8D74-F6A986D469F5}" dt="2025-12-05T03:06:02.895" v="3766" actId="26606"/>
          <ac:spMkLst>
            <pc:docMk/>
            <pc:sldMk cId="1952067287" sldId="272"/>
            <ac:spMk id="14" creationId="{D07DD2DE-F619-49DD-B5E7-03A290FF4ED1}"/>
          </ac:spMkLst>
        </pc:spChg>
        <pc:spChg chg="add">
          <ac:chgData name="Kade J. Whitman" userId="28735ba2-5e2a-42ed-b24e-9fc27373b590" providerId="ADAL" clId="{C5026A23-8593-4C68-8D74-F6A986D469F5}" dt="2025-12-05T03:06:02.895" v="3766" actId="26606"/>
          <ac:spMkLst>
            <pc:docMk/>
            <pc:sldMk cId="1952067287" sldId="272"/>
            <ac:spMk id="16" creationId="{85149191-5F60-4A28-AAFF-039F96B0F3EC}"/>
          </ac:spMkLst>
        </pc:spChg>
        <pc:spChg chg="add">
          <ac:chgData name="Kade J. Whitman" userId="28735ba2-5e2a-42ed-b24e-9fc27373b590" providerId="ADAL" clId="{C5026A23-8593-4C68-8D74-F6A986D469F5}" dt="2025-12-05T03:06:02.895" v="3766" actId="26606"/>
          <ac:spMkLst>
            <pc:docMk/>
            <pc:sldMk cId="1952067287" sldId="272"/>
            <ac:spMk id="18" creationId="{F8260ED5-17F7-4158-B241-D51DD4CF1B7E}"/>
          </ac:spMkLst>
        </pc:spChg>
        <pc:picChg chg="add del mod">
          <ac:chgData name="Kade J. Whitman" userId="28735ba2-5e2a-42ed-b24e-9fc27373b590" providerId="ADAL" clId="{C5026A23-8593-4C68-8D74-F6A986D469F5}" dt="2025-12-09T17:56:13.826" v="4073" actId="478"/>
          <ac:picMkLst>
            <pc:docMk/>
            <pc:sldMk cId="1952067287" sldId="272"/>
            <ac:picMk id="5" creationId="{6E498CC2-CE02-5007-D840-D4FA5B836835}"/>
          </ac:picMkLst>
        </pc:picChg>
        <pc:picChg chg="add mod">
          <ac:chgData name="Kade J. Whitman" userId="28735ba2-5e2a-42ed-b24e-9fc27373b590" providerId="ADAL" clId="{C5026A23-8593-4C68-8D74-F6A986D469F5}" dt="2025-12-09T17:57:00.517" v="4082" actId="14100"/>
          <ac:picMkLst>
            <pc:docMk/>
            <pc:sldMk cId="1952067287" sldId="272"/>
            <ac:picMk id="7" creationId="{C9BCCA8E-4DE9-7F4A-2F5C-F019AC742933}"/>
          </ac:picMkLst>
        </pc:picChg>
      </pc:sldChg>
      <pc:sldChg chg="addSp delSp modSp new mod setBg">
        <pc:chgData name="Kade J. Whitman" userId="28735ba2-5e2a-42ed-b24e-9fc27373b590" providerId="ADAL" clId="{C5026A23-8593-4C68-8D74-F6A986D469F5}" dt="2025-12-05T03:06:16.718" v="3767" actId="26606"/>
        <pc:sldMkLst>
          <pc:docMk/>
          <pc:sldMk cId="2409534105" sldId="273"/>
        </pc:sldMkLst>
        <pc:spChg chg="mod">
          <ac:chgData name="Kade J. Whitman" userId="28735ba2-5e2a-42ed-b24e-9fc27373b590" providerId="ADAL" clId="{C5026A23-8593-4C68-8D74-F6A986D469F5}" dt="2025-12-05T03:06:16.718" v="3767" actId="26606"/>
          <ac:spMkLst>
            <pc:docMk/>
            <pc:sldMk cId="2409534105" sldId="273"/>
            <ac:spMk id="2" creationId="{32EAFEEE-BABC-396B-AE5F-E644086C06DC}"/>
          </ac:spMkLst>
        </pc:spChg>
        <pc:spChg chg="add">
          <ac:chgData name="Kade J. Whitman" userId="28735ba2-5e2a-42ed-b24e-9fc27373b590" providerId="ADAL" clId="{C5026A23-8593-4C68-8D74-F6A986D469F5}" dt="2025-12-05T03:06:16.718" v="3767" actId="26606"/>
          <ac:spMkLst>
            <pc:docMk/>
            <pc:sldMk cId="2409534105" sldId="273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6:16.718" v="3767" actId="26606"/>
          <ac:spMkLst>
            <pc:docMk/>
            <pc:sldMk cId="2409534105" sldId="273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6:16.718" v="3767" actId="26606"/>
          <ac:spMkLst>
            <pc:docMk/>
            <pc:sldMk cId="2409534105" sldId="273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6:16.718" v="3767" actId="26606"/>
          <ac:spMkLst>
            <pc:docMk/>
            <pc:sldMk cId="2409534105" sldId="273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6:16.718" v="3767" actId="26606"/>
          <ac:graphicFrameMkLst>
            <pc:docMk/>
            <pc:sldMk cId="2409534105" sldId="273"/>
            <ac:graphicFrameMk id="5" creationId="{F11D02EB-2A84-C2D8-DF74-329604F53C1C}"/>
          </ac:graphicFrameMkLst>
        </pc:graphicFrameChg>
      </pc:sldChg>
      <pc:sldChg chg="addSp delSp modSp new mod setBg">
        <pc:chgData name="Kade J. Whitman" userId="28735ba2-5e2a-42ed-b24e-9fc27373b590" providerId="ADAL" clId="{C5026A23-8593-4C68-8D74-F6A986D469F5}" dt="2025-12-09T18:05:36.086" v="4139" actId="20577"/>
        <pc:sldMkLst>
          <pc:docMk/>
          <pc:sldMk cId="1988711227" sldId="274"/>
        </pc:sldMkLst>
        <pc:spChg chg="mod">
          <ac:chgData name="Kade J. Whitman" userId="28735ba2-5e2a-42ed-b24e-9fc27373b590" providerId="ADAL" clId="{C5026A23-8593-4C68-8D74-F6A986D469F5}" dt="2025-12-09T18:05:36.086" v="4139" actId="20577"/>
          <ac:spMkLst>
            <pc:docMk/>
            <pc:sldMk cId="1988711227" sldId="274"/>
            <ac:spMk id="2" creationId="{AF17C55E-6CC9-4D20-34A4-E07E72AF60BB}"/>
          </ac:spMkLst>
        </pc:spChg>
        <pc:spChg chg="add">
          <ac:chgData name="Kade J. Whitman" userId="28735ba2-5e2a-42ed-b24e-9fc27373b590" providerId="ADAL" clId="{C5026A23-8593-4C68-8D74-F6A986D469F5}" dt="2025-12-05T03:06:32.959" v="3768" actId="26606"/>
          <ac:spMkLst>
            <pc:docMk/>
            <pc:sldMk cId="1988711227" sldId="274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6:32.959" v="3768" actId="26606"/>
          <ac:spMkLst>
            <pc:docMk/>
            <pc:sldMk cId="1988711227" sldId="274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6:32.959" v="3768" actId="26606"/>
          <ac:spMkLst>
            <pc:docMk/>
            <pc:sldMk cId="1988711227" sldId="274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6:32.959" v="3768" actId="26606"/>
          <ac:spMkLst>
            <pc:docMk/>
            <pc:sldMk cId="1988711227" sldId="274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6:32.959" v="3768" actId="26606"/>
          <ac:graphicFrameMkLst>
            <pc:docMk/>
            <pc:sldMk cId="1988711227" sldId="274"/>
            <ac:graphicFrameMk id="5" creationId="{61237711-CE71-CD57-ABBB-ADF9C46A3B0F}"/>
          </ac:graphicFrameMkLst>
        </pc:graphicFrameChg>
      </pc:sldChg>
      <pc:sldChg chg="addSp delSp modSp new mod setBg">
        <pc:chgData name="Kade J. Whitman" userId="28735ba2-5e2a-42ed-b24e-9fc27373b590" providerId="ADAL" clId="{C5026A23-8593-4C68-8D74-F6A986D469F5}" dt="2025-12-05T03:06:39.245" v="3769" actId="26606"/>
        <pc:sldMkLst>
          <pc:docMk/>
          <pc:sldMk cId="2182956325" sldId="275"/>
        </pc:sldMkLst>
        <pc:spChg chg="mod">
          <ac:chgData name="Kade J. Whitman" userId="28735ba2-5e2a-42ed-b24e-9fc27373b590" providerId="ADAL" clId="{C5026A23-8593-4C68-8D74-F6A986D469F5}" dt="2025-12-05T03:06:39.245" v="3769" actId="26606"/>
          <ac:spMkLst>
            <pc:docMk/>
            <pc:sldMk cId="2182956325" sldId="275"/>
            <ac:spMk id="2" creationId="{D14FB8C0-2737-38B7-7EC2-A7D2E1D6BA03}"/>
          </ac:spMkLst>
        </pc:spChg>
        <pc:spChg chg="add">
          <ac:chgData name="Kade J. Whitman" userId="28735ba2-5e2a-42ed-b24e-9fc27373b590" providerId="ADAL" clId="{C5026A23-8593-4C68-8D74-F6A986D469F5}" dt="2025-12-05T03:06:39.245" v="3769" actId="26606"/>
          <ac:spMkLst>
            <pc:docMk/>
            <pc:sldMk cId="2182956325" sldId="275"/>
            <ac:spMk id="9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5T03:06:39.245" v="3769" actId="26606"/>
          <ac:spMkLst>
            <pc:docMk/>
            <pc:sldMk cId="2182956325" sldId="275"/>
            <ac:spMk id="1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5T03:06:39.245" v="3769" actId="26606"/>
          <ac:spMkLst>
            <pc:docMk/>
            <pc:sldMk cId="2182956325" sldId="275"/>
            <ac:spMk id="13" creationId="{AAD0DBB9-1A4B-4391-81D4-CB19F9AB918A}"/>
          </ac:spMkLst>
        </pc:spChg>
        <pc:spChg chg="add">
          <ac:chgData name="Kade J. Whitman" userId="28735ba2-5e2a-42ed-b24e-9fc27373b590" providerId="ADAL" clId="{C5026A23-8593-4C68-8D74-F6A986D469F5}" dt="2025-12-05T03:06:39.245" v="3769" actId="26606"/>
          <ac:spMkLst>
            <pc:docMk/>
            <pc:sldMk cId="2182956325" sldId="275"/>
            <ac:spMk id="15" creationId="{063BBA22-50EA-4C4D-BE05-F1CE4E63AA56}"/>
          </ac:spMkLst>
        </pc:spChg>
        <pc:graphicFrameChg chg="add">
          <ac:chgData name="Kade J. Whitman" userId="28735ba2-5e2a-42ed-b24e-9fc27373b590" providerId="ADAL" clId="{C5026A23-8593-4C68-8D74-F6A986D469F5}" dt="2025-12-05T03:06:39.245" v="3769" actId="26606"/>
          <ac:graphicFrameMkLst>
            <pc:docMk/>
            <pc:sldMk cId="2182956325" sldId="275"/>
            <ac:graphicFrameMk id="5" creationId="{E758FB74-44FD-F636-FB79-53C323D07B33}"/>
          </ac:graphicFrameMkLst>
        </pc:graphicFrameChg>
      </pc:sldChg>
      <pc:sldChg chg="addSp delSp modSp new mod setBg">
        <pc:chgData name="Kade J. Whitman" userId="28735ba2-5e2a-42ed-b24e-9fc27373b590" providerId="ADAL" clId="{C5026A23-8593-4C68-8D74-F6A986D469F5}" dt="2025-12-05T03:06:57.579" v="3771" actId="26606"/>
        <pc:sldMkLst>
          <pc:docMk/>
          <pc:sldMk cId="2234419429" sldId="276"/>
        </pc:sldMkLst>
        <pc:spChg chg="mo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2" creationId="{35F1F264-FA77-85A1-E5CF-2A114B4F98A5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7" creationId="{577D6B2E-37A3-429E-A37C-F30ED6487282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9" creationId="{5CEAD642-85CF-4750-8432-7C80C901F001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11" creationId="{FA33EEAE-15D5-4119-8C1E-89D943F911EF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13" creationId="{730D8B3B-9B80-4025-B934-26DC7D7CD231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15" creationId="{1064D5D5-227B-4F66-9AEA-46F570E793BD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17" creationId="{646B67A4-D328-4747-A82B-65E84FA46368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19" creationId="{B5A1B09C-1565-46F8-B70F-621C5EB48A09}"/>
          </ac:spMkLst>
        </pc:spChg>
        <pc:spChg chg="add">
          <ac:chgData name="Kade J. Whitman" userId="28735ba2-5e2a-42ed-b24e-9fc27373b590" providerId="ADAL" clId="{C5026A23-8593-4C68-8D74-F6A986D469F5}" dt="2025-12-05T03:06:57.579" v="3771" actId="26606"/>
          <ac:spMkLst>
            <pc:docMk/>
            <pc:sldMk cId="2234419429" sldId="276"/>
            <ac:spMk id="21" creationId="{8C516CC8-80AC-446C-A56E-9F54B7210402}"/>
          </ac:spMkLst>
        </pc:spChg>
      </pc:sldChg>
      <pc:sldChg chg="addSp delSp modSp mod setBg">
        <pc:chgData name="Kade J. Whitman" userId="28735ba2-5e2a-42ed-b24e-9fc27373b590" providerId="ADAL" clId="{C5026A23-8593-4C68-8D74-F6A986D469F5}" dt="2025-12-05T18:37:40.559" v="4066" actId="14100"/>
        <pc:sldMkLst>
          <pc:docMk/>
          <pc:sldMk cId="787955364" sldId="277"/>
        </pc:sldMkLst>
        <pc:spChg chg="mod">
          <ac:chgData name="Kade J. Whitman" userId="28735ba2-5e2a-42ed-b24e-9fc27373b590" providerId="ADAL" clId="{C5026A23-8593-4C68-8D74-F6A986D469F5}" dt="2025-12-05T18:37:23.539" v="4062" actId="26606"/>
          <ac:spMkLst>
            <pc:docMk/>
            <pc:sldMk cId="787955364" sldId="277"/>
            <ac:spMk id="2" creationId="{723DF0C9-28E7-64AD-DFFD-9CD01CCB787E}"/>
          </ac:spMkLst>
        </pc:spChg>
        <pc:spChg chg="add mod">
          <ac:chgData name="Kade J. Whitman" userId="28735ba2-5e2a-42ed-b24e-9fc27373b590" providerId="ADAL" clId="{C5026A23-8593-4C68-8D74-F6A986D469F5}" dt="2025-12-05T18:37:23.539" v="4062" actId="26606"/>
          <ac:spMkLst>
            <pc:docMk/>
            <pc:sldMk cId="787955364" sldId="277"/>
            <ac:spMk id="6" creationId="{6EEC59FB-10CF-E5F8-F269-0141CB02C964}"/>
          </ac:spMkLst>
        </pc:spChg>
        <pc:picChg chg="add mod ord">
          <ac:chgData name="Kade J. Whitman" userId="28735ba2-5e2a-42ed-b24e-9fc27373b590" providerId="ADAL" clId="{C5026A23-8593-4C68-8D74-F6A986D469F5}" dt="2025-12-05T18:37:40.559" v="4066" actId="14100"/>
          <ac:picMkLst>
            <pc:docMk/>
            <pc:sldMk cId="787955364" sldId="277"/>
            <ac:picMk id="5" creationId="{D2F362D7-1177-3711-9509-EBE9D022C63D}"/>
          </ac:picMkLst>
        </pc:picChg>
        <pc:cxnChg chg="add">
          <ac:chgData name="Kade J. Whitman" userId="28735ba2-5e2a-42ed-b24e-9fc27373b590" providerId="ADAL" clId="{C5026A23-8593-4C68-8D74-F6A986D469F5}" dt="2025-12-05T18:37:23.539" v="4062" actId="26606"/>
          <ac:cxnSpMkLst>
            <pc:docMk/>
            <pc:sldMk cId="787955364" sldId="277"/>
            <ac:cxnSpMk id="13" creationId="{FC23E3B9-5ABF-58B3-E2B0-E9A5DAA90037}"/>
          </ac:cxnSpMkLst>
        </pc:cxnChg>
      </pc:sldChg>
      <pc:sldChg chg="addSp delSp modSp mod setBg">
        <pc:chgData name="Kade J. Whitman" userId="28735ba2-5e2a-42ed-b24e-9fc27373b590" providerId="ADAL" clId="{C5026A23-8593-4C68-8D74-F6A986D469F5}" dt="2025-12-05T18:38:01.039" v="4072" actId="1076"/>
        <pc:sldMkLst>
          <pc:docMk/>
          <pc:sldMk cId="1134291256" sldId="278"/>
        </pc:sldMkLst>
        <pc:spChg chg="mod">
          <ac:chgData name="Kade J. Whitman" userId="28735ba2-5e2a-42ed-b24e-9fc27373b590" providerId="ADAL" clId="{C5026A23-8593-4C68-8D74-F6A986D469F5}" dt="2025-12-05T18:37:49.298" v="4067" actId="26606"/>
          <ac:spMkLst>
            <pc:docMk/>
            <pc:sldMk cId="1134291256" sldId="278"/>
            <ac:spMk id="2" creationId="{22A3724C-A1C2-8700-C742-D2C228BA6094}"/>
          </ac:spMkLst>
        </pc:spChg>
        <pc:spChg chg="add mod">
          <ac:chgData name="Kade J. Whitman" userId="28735ba2-5e2a-42ed-b24e-9fc27373b590" providerId="ADAL" clId="{C5026A23-8593-4C68-8D74-F6A986D469F5}" dt="2025-12-05T18:37:49.298" v="4067" actId="26606"/>
          <ac:spMkLst>
            <pc:docMk/>
            <pc:sldMk cId="1134291256" sldId="278"/>
            <ac:spMk id="6" creationId="{5393C569-D957-82FB-384C-C0B878862B27}"/>
          </ac:spMkLst>
        </pc:spChg>
        <pc:spChg chg="add">
          <ac:chgData name="Kade J. Whitman" userId="28735ba2-5e2a-42ed-b24e-9fc27373b590" providerId="ADAL" clId="{C5026A23-8593-4C68-8D74-F6A986D469F5}" dt="2025-12-05T18:37:49.298" v="4067" actId="26606"/>
          <ac:spMkLst>
            <pc:docMk/>
            <pc:sldMk cId="1134291256" sldId="278"/>
            <ac:spMk id="11" creationId="{7ED7575E-88D2-B771-681D-46A7E55415DD}"/>
          </ac:spMkLst>
        </pc:spChg>
        <pc:picChg chg="add mod">
          <ac:chgData name="Kade J. Whitman" userId="28735ba2-5e2a-42ed-b24e-9fc27373b590" providerId="ADAL" clId="{C5026A23-8593-4C68-8D74-F6A986D469F5}" dt="2025-12-05T18:38:01.039" v="4072" actId="1076"/>
          <ac:picMkLst>
            <pc:docMk/>
            <pc:sldMk cId="1134291256" sldId="278"/>
            <ac:picMk id="5" creationId="{DF864BFA-F9BC-8751-FEB4-95BAB5556761}"/>
          </ac:picMkLst>
        </pc:picChg>
        <pc:cxnChg chg="add">
          <ac:chgData name="Kade J. Whitman" userId="28735ba2-5e2a-42ed-b24e-9fc27373b590" providerId="ADAL" clId="{C5026A23-8593-4C68-8D74-F6A986D469F5}" dt="2025-12-05T18:37:49.298" v="4067" actId="26606"/>
          <ac:cxnSpMkLst>
            <pc:docMk/>
            <pc:sldMk cId="1134291256" sldId="278"/>
            <ac:cxnSpMk id="13" creationId="{249EDD1B-F94D-B4E6-ACAA-566B9A26FDE3}"/>
          </ac:cxnSpMkLst>
        </pc:cxnChg>
      </pc:sldChg>
      <pc:sldChg chg="addSp delSp modSp new mod setBg">
        <pc:chgData name="Kade J. Whitman" userId="28735ba2-5e2a-42ed-b24e-9fc27373b590" providerId="ADAL" clId="{C5026A23-8593-4C68-8D74-F6A986D469F5}" dt="2025-12-09T18:11:32.906" v="4712" actId="26606"/>
        <pc:sldMkLst>
          <pc:docMk/>
          <pc:sldMk cId="4050707179" sldId="279"/>
        </pc:sldMkLst>
        <pc:spChg chg="mo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2" creationId="{BB045122-4389-4720-20CD-913E6F9FB02F}"/>
          </ac:spMkLst>
        </pc:spChg>
        <pc:spChg chg="add del mo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3" creationId="{F9B83F54-97E0-D01B-2564-32FDEC0F4471}"/>
          </ac:spMkLst>
        </pc:spChg>
        <pc:spChg chg="add del">
          <ac:chgData name="Kade J. Whitman" userId="28735ba2-5e2a-42ed-b24e-9fc27373b590" providerId="ADAL" clId="{C5026A23-8593-4C68-8D74-F6A986D469F5}" dt="2025-12-09T18:11:32.853" v="4711" actId="26606"/>
          <ac:spMkLst>
            <pc:docMk/>
            <pc:sldMk cId="4050707179" sldId="279"/>
            <ac:spMk id="9" creationId="{56E9B3E6-E277-4D68-BA48-9CB43FFBD6E2}"/>
          </ac:spMkLst>
        </pc:spChg>
        <pc:spChg chg="ad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15" creationId="{063BBA22-50EA-4C4D-BE05-F1CE4E63AA56}"/>
          </ac:spMkLst>
        </pc:spChg>
        <pc:spChg chg="add del">
          <ac:chgData name="Kade J. Whitman" userId="28735ba2-5e2a-42ed-b24e-9fc27373b590" providerId="ADAL" clId="{C5026A23-8593-4C68-8D74-F6A986D469F5}" dt="2025-12-09T18:11:32.853" v="4711" actId="26606"/>
          <ac:spMkLst>
            <pc:docMk/>
            <pc:sldMk cId="4050707179" sldId="279"/>
            <ac:spMk id="16" creationId="{D5B0017B-2ECA-49AF-B397-DC140825DF8D}"/>
          </ac:spMkLst>
        </pc:spChg>
        <pc:spChg chg="ad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20" creationId="{BACC6370-2D7E-4714-9D71-7542949D7D5D}"/>
          </ac:spMkLst>
        </pc:spChg>
        <pc:spChg chg="ad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21" creationId="{F68B3F68-107C-434F-AA38-110D5EA91B85}"/>
          </ac:spMkLst>
        </pc:spChg>
        <pc:spChg chg="add">
          <ac:chgData name="Kade J. Whitman" userId="28735ba2-5e2a-42ed-b24e-9fc27373b590" providerId="ADAL" clId="{C5026A23-8593-4C68-8D74-F6A986D469F5}" dt="2025-12-09T18:11:32.906" v="4712" actId="26606"/>
          <ac:spMkLst>
            <pc:docMk/>
            <pc:sldMk cId="4050707179" sldId="279"/>
            <ac:spMk id="22" creationId="{AAD0DBB9-1A4B-4391-81D4-CB19F9AB918A}"/>
          </ac:spMkLst>
        </pc:spChg>
        <pc:grpChg chg="add del">
          <ac:chgData name="Kade J. Whitman" userId="28735ba2-5e2a-42ed-b24e-9fc27373b590" providerId="ADAL" clId="{C5026A23-8593-4C68-8D74-F6A986D469F5}" dt="2025-12-09T18:11:32.853" v="4711" actId="26606"/>
          <ac:grpSpMkLst>
            <pc:docMk/>
            <pc:sldMk cId="4050707179" sldId="279"/>
            <ac:grpSpMk id="11" creationId="{AE1C45F0-260A-458C-96ED-C1F6D2151219}"/>
          </ac:grpSpMkLst>
        </pc:grpChg>
        <pc:graphicFrameChg chg="add del">
          <ac:chgData name="Kade J. Whitman" userId="28735ba2-5e2a-42ed-b24e-9fc27373b590" providerId="ADAL" clId="{C5026A23-8593-4C68-8D74-F6A986D469F5}" dt="2025-12-09T18:11:32.853" v="4711" actId="26606"/>
          <ac:graphicFrameMkLst>
            <pc:docMk/>
            <pc:sldMk cId="4050707179" sldId="279"/>
            <ac:graphicFrameMk id="5" creationId="{1518B3F9-71E1-DF79-4275-1D84C8892F61}"/>
          </ac:graphicFrameMkLst>
        </pc:graphicFrameChg>
        <pc:graphicFrameChg chg="add">
          <ac:chgData name="Kade J. Whitman" userId="28735ba2-5e2a-42ed-b24e-9fc27373b590" providerId="ADAL" clId="{C5026A23-8593-4C68-8D74-F6A986D469F5}" dt="2025-12-09T18:11:32.906" v="4712" actId="26606"/>
          <ac:graphicFrameMkLst>
            <pc:docMk/>
            <pc:sldMk cId="4050707179" sldId="279"/>
            <ac:graphicFrameMk id="23" creationId="{99D0F41D-C95B-B886-E041-B664B33F4148}"/>
          </ac:graphicFrameMkLst>
        </pc:graphicFrameChg>
        <pc:cxnChg chg="add del">
          <ac:chgData name="Kade J. Whitman" userId="28735ba2-5e2a-42ed-b24e-9fc27373b590" providerId="ADAL" clId="{C5026A23-8593-4C68-8D74-F6A986D469F5}" dt="2025-12-09T18:11:32.853" v="4711" actId="26606"/>
          <ac:cxnSpMkLst>
            <pc:docMk/>
            <pc:sldMk cId="4050707179" sldId="279"/>
            <ac:cxnSpMk id="18" creationId="{6CF1BAF6-AD41-4082-B212-8A1F9A2E8779}"/>
          </ac:cxnSpMkLst>
        </pc:cxnChg>
      </pc:sldChg>
      <pc:sldChg chg="addSp modSp new mod setBg">
        <pc:chgData name="Kade J. Whitman" userId="28735ba2-5e2a-42ed-b24e-9fc27373b590" providerId="ADAL" clId="{C5026A23-8593-4C68-8D74-F6A986D469F5}" dt="2025-12-09T19:36:07.676" v="4930" actId="14100"/>
        <pc:sldMkLst>
          <pc:docMk/>
          <pc:sldMk cId="1597723859" sldId="280"/>
        </pc:sldMkLst>
        <pc:spChg chg="mo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2" creationId="{AC25F9CC-9EB7-79E7-4200-13A351656E54}"/>
          </ac:spMkLst>
        </pc:spChg>
        <pc:spChg chg="mo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3" creationId="{7D1AE129-7EB8-5150-4210-02A3E462559B}"/>
          </ac:spMkLst>
        </pc:spChg>
        <pc:spChg chg="ad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10" creationId="{12609869-9E80-471B-A487-A53288E0E791}"/>
          </ac:spMkLst>
        </pc:spChg>
        <pc:spChg chg="ad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12" creationId="{7004738A-9D34-43E8-97D2-CA0EED4F8BE0}"/>
          </ac:spMkLst>
        </pc:spChg>
        <pc:spChg chg="ad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14" creationId="{B8B8D07F-F13E-443E-BA68-2D26672D76B9}"/>
          </ac:spMkLst>
        </pc:spChg>
        <pc:spChg chg="ad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16" creationId="{2813A4FA-24A5-41ED-A534-3807D1B2F344}"/>
          </ac:spMkLst>
        </pc:spChg>
        <pc:spChg chg="add">
          <ac:chgData name="Kade J. Whitman" userId="28735ba2-5e2a-42ed-b24e-9fc27373b590" providerId="ADAL" clId="{C5026A23-8593-4C68-8D74-F6A986D469F5}" dt="2025-12-09T19:35:48.263" v="4925" actId="26606"/>
          <ac:spMkLst>
            <pc:docMk/>
            <pc:sldMk cId="1597723859" sldId="280"/>
            <ac:spMk id="18" creationId="{C3944F27-CA70-4E84-A51A-E6BF89558979}"/>
          </ac:spMkLst>
        </pc:spChg>
        <pc:picChg chg="add mod">
          <ac:chgData name="Kade J. Whitman" userId="28735ba2-5e2a-42ed-b24e-9fc27373b590" providerId="ADAL" clId="{C5026A23-8593-4C68-8D74-F6A986D469F5}" dt="2025-12-09T19:36:07.676" v="4930" actId="14100"/>
          <ac:picMkLst>
            <pc:docMk/>
            <pc:sldMk cId="1597723859" sldId="280"/>
            <ac:picMk id="5" creationId="{9E420E71-0187-FD8E-2B96-DCA437AA4AC6}"/>
          </ac:picMkLst>
        </pc:picChg>
      </pc:sldChg>
      <pc:sldChg chg="addSp delSp modSp new mod setBg">
        <pc:chgData name="Kade J. Whitman" userId="28735ba2-5e2a-42ed-b24e-9fc27373b590" providerId="ADAL" clId="{C5026A23-8593-4C68-8D74-F6A986D469F5}" dt="2025-12-09T20:28:00.474" v="5809" actId="1076"/>
        <pc:sldMkLst>
          <pc:docMk/>
          <pc:sldMk cId="4160418863" sldId="281"/>
        </pc:sldMkLst>
        <pc:spChg chg="mod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2" creationId="{B0DBB2D2-46F9-1D58-E10A-64D81B8D5306}"/>
          </ac:spMkLst>
        </pc:spChg>
        <pc:spChg chg="mod ord">
          <ac:chgData name="Kade J. Whitman" userId="28735ba2-5e2a-42ed-b24e-9fc27373b590" providerId="ADAL" clId="{C5026A23-8593-4C68-8D74-F6A986D469F5}" dt="2025-12-09T20:28:00.474" v="5809" actId="1076"/>
          <ac:spMkLst>
            <pc:docMk/>
            <pc:sldMk cId="4160418863" sldId="281"/>
            <ac:spMk id="3" creationId="{AF42E685-23B0-E4BB-4D88-E30B63B1397A}"/>
          </ac:spMkLst>
        </pc:spChg>
        <pc:spChg chg="add del">
          <ac:chgData name="Kade J. Whitman" userId="28735ba2-5e2a-42ed-b24e-9fc27373b590" providerId="ADAL" clId="{C5026A23-8593-4C68-8D74-F6A986D469F5}" dt="2025-12-09T20:26:11.630" v="5792" actId="26606"/>
          <ac:spMkLst>
            <pc:docMk/>
            <pc:sldMk cId="4160418863" sldId="281"/>
            <ac:spMk id="10" creationId="{C4285719-470E-454C-AF62-8323075F1F5B}"/>
          </ac:spMkLst>
        </pc:spChg>
        <pc:spChg chg="add">
          <ac:chgData name="Kade J. Whitman" userId="28735ba2-5e2a-42ed-b24e-9fc27373b590" providerId="ADAL" clId="{C5026A23-8593-4C68-8D74-F6A986D469F5}" dt="2025-12-09T20:25:17.054" v="5784" actId="26606"/>
          <ac:spMkLst>
            <pc:docMk/>
            <pc:sldMk cId="4160418863" sldId="281"/>
            <ac:spMk id="12" creationId="{CD9FE4EF-C4D8-49A0-B2FF-81D8DB7D8A24}"/>
          </ac:spMkLst>
        </pc:spChg>
        <pc:spChg chg="add del">
          <ac:chgData name="Kade J. Whitman" userId="28735ba2-5e2a-42ed-b24e-9fc27373b590" providerId="ADAL" clId="{C5026A23-8593-4C68-8D74-F6A986D469F5}" dt="2025-12-09T20:26:11.630" v="5792" actId="26606"/>
          <ac:spMkLst>
            <pc:docMk/>
            <pc:sldMk cId="4160418863" sldId="281"/>
            <ac:spMk id="14" creationId="{4300840D-0A0B-4512-BACA-B439D5B9C57C}"/>
          </ac:spMkLst>
        </pc:spChg>
        <pc:spChg chg="add">
          <ac:chgData name="Kade J. Whitman" userId="28735ba2-5e2a-42ed-b24e-9fc27373b590" providerId="ADAL" clId="{C5026A23-8593-4C68-8D74-F6A986D469F5}" dt="2025-12-09T20:25:17.054" v="5784" actId="26606"/>
          <ac:spMkLst>
            <pc:docMk/>
            <pc:sldMk cId="4160418863" sldId="281"/>
            <ac:spMk id="16" creationId="{D2B78728-A580-49A7-84F9-6EF6F583ADE0}"/>
          </ac:spMkLst>
        </pc:spChg>
        <pc:spChg chg="add del">
          <ac:chgData name="Kade J. Whitman" userId="28735ba2-5e2a-42ed-b24e-9fc27373b590" providerId="ADAL" clId="{C5026A23-8593-4C68-8D74-F6A986D469F5}" dt="2025-12-09T20:26:11.630" v="5792" actId="26606"/>
          <ac:spMkLst>
            <pc:docMk/>
            <pc:sldMk cId="4160418863" sldId="281"/>
            <ac:spMk id="18" creationId="{38FAA1A1-D861-433F-88FA-1E9D6FD31D11}"/>
          </ac:spMkLst>
        </pc:spChg>
        <pc:spChg chg="add del">
          <ac:chgData name="Kade J. Whitman" userId="28735ba2-5e2a-42ed-b24e-9fc27373b590" providerId="ADAL" clId="{C5026A23-8593-4C68-8D74-F6A986D469F5}" dt="2025-12-09T20:26:11.630" v="5792" actId="26606"/>
          <ac:spMkLst>
            <pc:docMk/>
            <pc:sldMk cId="4160418863" sldId="281"/>
            <ac:spMk id="20" creationId="{8D71EDA1-87BF-4D5D-AB79-F346FD19278A}"/>
          </ac:spMkLst>
        </pc:spChg>
        <pc:spChg chg="add del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25" creationId="{058A14AF-9FB5-4CC7-BA35-E8E85D3EDF0E}"/>
          </ac:spMkLst>
        </pc:spChg>
        <pc:spChg chg="add del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27" creationId="{3A9A4357-BD1D-4622-A4FE-766E6AB8DE84}"/>
          </ac:spMkLst>
        </pc:spChg>
        <pc:spChg chg="add del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29" creationId="{E659831F-0D9A-4C63-9EBB-8435B85A440F}"/>
          </ac:spMkLst>
        </pc:spChg>
        <pc:spChg chg="add del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31" creationId="{E6995CE5-F890-4ABA-82A2-26507CE8D2A3}"/>
          </ac:spMkLst>
        </pc:spChg>
        <pc:spChg chg="add">
          <ac:chgData name="Kade J. Whitman" userId="28735ba2-5e2a-42ed-b24e-9fc27373b590" providerId="ADAL" clId="{C5026A23-8593-4C68-8D74-F6A986D469F5}" dt="2025-12-09T20:27:19.635" v="5799" actId="26606"/>
          <ac:spMkLst>
            <pc:docMk/>
            <pc:sldMk cId="4160418863" sldId="281"/>
            <ac:spMk id="36" creationId="{E81BF4F6-F2CF-4984-9D14-D6966D92F99F}"/>
          </ac:spMkLst>
        </pc:spChg>
        <pc:picChg chg="add mod">
          <ac:chgData name="Kade J. Whitman" userId="28735ba2-5e2a-42ed-b24e-9fc27373b590" providerId="ADAL" clId="{C5026A23-8593-4C68-8D74-F6A986D469F5}" dt="2025-12-09T20:27:39.122" v="5805" actId="1076"/>
          <ac:picMkLst>
            <pc:docMk/>
            <pc:sldMk cId="4160418863" sldId="281"/>
            <ac:picMk id="5" creationId="{5B8FF21E-1475-4F87-4170-2146EEBD15A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D7243D-FCDA-4A38-9E9D-CA5698829A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C794F0-D11E-43E3-AA6F-323AD136F0D3}">
      <dgm:prSet/>
      <dgm:spPr/>
      <dgm:t>
        <a:bodyPr/>
        <a:lstStyle/>
        <a:p>
          <a:r>
            <a:rPr lang="en-US"/>
            <a:t>Goal: Build a tool in Python to analyze DNS traffic, detect suspicious behavior, and make a GUI for end users to use</a:t>
          </a:r>
        </a:p>
      </dgm:t>
    </dgm:pt>
    <dgm:pt modelId="{E115586A-513A-4269-8DF3-0AA461548377}" type="parTrans" cxnId="{37B4D9DC-D976-4F93-B9F1-0194774C7B44}">
      <dgm:prSet/>
      <dgm:spPr/>
      <dgm:t>
        <a:bodyPr/>
        <a:lstStyle/>
        <a:p>
          <a:endParaRPr lang="en-US"/>
        </a:p>
      </dgm:t>
    </dgm:pt>
    <dgm:pt modelId="{5AF0713F-61CE-4C78-8859-721359F7099C}" type="sibTrans" cxnId="{37B4D9DC-D976-4F93-B9F1-0194774C7B44}">
      <dgm:prSet/>
      <dgm:spPr/>
      <dgm:t>
        <a:bodyPr/>
        <a:lstStyle/>
        <a:p>
          <a:endParaRPr lang="en-US"/>
        </a:p>
      </dgm:t>
    </dgm:pt>
    <dgm:pt modelId="{F2F3E776-32B6-47F9-829F-B20ED22C6BE1}">
      <dgm:prSet/>
      <dgm:spPr/>
      <dgm:t>
        <a:bodyPr/>
        <a:lstStyle/>
        <a:p>
          <a:r>
            <a:rPr lang="en-US"/>
            <a:t>Tools used: Wireshark, Python, Pyshark import, Tkinter import</a:t>
          </a:r>
        </a:p>
      </dgm:t>
    </dgm:pt>
    <dgm:pt modelId="{D3E01BC0-46C0-4630-8ABC-1A8367F66145}" type="parTrans" cxnId="{514C3F35-2807-477B-84C1-B9FBB1D52061}">
      <dgm:prSet/>
      <dgm:spPr/>
      <dgm:t>
        <a:bodyPr/>
        <a:lstStyle/>
        <a:p>
          <a:endParaRPr lang="en-US"/>
        </a:p>
      </dgm:t>
    </dgm:pt>
    <dgm:pt modelId="{3257AC2F-D3AB-4EC7-B970-83EBCF694614}" type="sibTrans" cxnId="{514C3F35-2807-477B-84C1-B9FBB1D52061}">
      <dgm:prSet/>
      <dgm:spPr/>
      <dgm:t>
        <a:bodyPr/>
        <a:lstStyle/>
        <a:p>
          <a:endParaRPr lang="en-US"/>
        </a:p>
      </dgm:t>
    </dgm:pt>
    <dgm:pt modelId="{496FA104-2F02-44DD-BC26-EDC5ACE3BFFE}">
      <dgm:prSet/>
      <dgm:spPr/>
      <dgm:t>
        <a:bodyPr/>
        <a:lstStyle/>
        <a:p>
          <a:r>
            <a:rPr lang="en-US"/>
            <a:t>Why: DNS traffic is a common place to find suspicious activity that leads to cyberattacks. Having an easy way to view it can help investigator spot threats</a:t>
          </a:r>
        </a:p>
      </dgm:t>
    </dgm:pt>
    <dgm:pt modelId="{82DAA3F1-3F49-4CF6-8DA3-5B3CABE08847}" type="parTrans" cxnId="{58BB4832-47FE-4222-A518-116FAC9B8D0D}">
      <dgm:prSet/>
      <dgm:spPr/>
      <dgm:t>
        <a:bodyPr/>
        <a:lstStyle/>
        <a:p>
          <a:endParaRPr lang="en-US"/>
        </a:p>
      </dgm:t>
    </dgm:pt>
    <dgm:pt modelId="{E96E4ACE-04A2-4975-9DB2-F7B5F801C62B}" type="sibTrans" cxnId="{58BB4832-47FE-4222-A518-116FAC9B8D0D}">
      <dgm:prSet/>
      <dgm:spPr/>
      <dgm:t>
        <a:bodyPr/>
        <a:lstStyle/>
        <a:p>
          <a:endParaRPr lang="en-US"/>
        </a:p>
      </dgm:t>
    </dgm:pt>
    <dgm:pt modelId="{E2FC0E64-1AF8-4623-8A54-61EF69A30056}">
      <dgm:prSet/>
      <dgm:spPr/>
      <dgm:t>
        <a:bodyPr/>
        <a:lstStyle/>
        <a:p>
          <a:r>
            <a:rPr lang="en-US"/>
            <a:t>This aligns with my career goal of working in Cybersecurity and Digital Forensics</a:t>
          </a:r>
        </a:p>
      </dgm:t>
    </dgm:pt>
    <dgm:pt modelId="{ACA0DEDA-1473-49ED-8787-AD091E0EE081}" type="parTrans" cxnId="{8798EF82-1979-48A1-804A-5D50916DEB44}">
      <dgm:prSet/>
      <dgm:spPr/>
      <dgm:t>
        <a:bodyPr/>
        <a:lstStyle/>
        <a:p>
          <a:endParaRPr lang="en-US"/>
        </a:p>
      </dgm:t>
    </dgm:pt>
    <dgm:pt modelId="{EA80135D-0169-4F22-B530-36C1BF405D0C}" type="sibTrans" cxnId="{8798EF82-1979-48A1-804A-5D50916DEB44}">
      <dgm:prSet/>
      <dgm:spPr/>
      <dgm:t>
        <a:bodyPr/>
        <a:lstStyle/>
        <a:p>
          <a:endParaRPr lang="en-US"/>
        </a:p>
      </dgm:t>
    </dgm:pt>
    <dgm:pt modelId="{F888489B-C110-4ACD-8FDE-C3C4362705F0}" type="pres">
      <dgm:prSet presAssocID="{25D7243D-FCDA-4A38-9E9D-CA5698829A8C}" presName="root" presStyleCnt="0">
        <dgm:presLayoutVars>
          <dgm:dir/>
          <dgm:resizeHandles val="exact"/>
        </dgm:presLayoutVars>
      </dgm:prSet>
      <dgm:spPr/>
    </dgm:pt>
    <dgm:pt modelId="{B5426808-B144-4F9E-ADF6-9158B7DEDBE6}" type="pres">
      <dgm:prSet presAssocID="{D8C794F0-D11E-43E3-AA6F-323AD136F0D3}" presName="compNode" presStyleCnt="0"/>
      <dgm:spPr/>
    </dgm:pt>
    <dgm:pt modelId="{CA9E32CE-0FCC-4EE6-9C10-064F51801F09}" type="pres">
      <dgm:prSet presAssocID="{D8C794F0-D11E-43E3-AA6F-323AD136F0D3}" presName="bgRect" presStyleLbl="bgShp" presStyleIdx="0" presStyleCnt="4"/>
      <dgm:spPr/>
    </dgm:pt>
    <dgm:pt modelId="{CFEA0078-2EC1-4441-87B6-6C1B4009FD6C}" type="pres">
      <dgm:prSet presAssocID="{D8C794F0-D11E-43E3-AA6F-323AD136F0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CE596DD-A38C-4BF8-B1F1-4C169119FCAA}" type="pres">
      <dgm:prSet presAssocID="{D8C794F0-D11E-43E3-AA6F-323AD136F0D3}" presName="spaceRect" presStyleCnt="0"/>
      <dgm:spPr/>
    </dgm:pt>
    <dgm:pt modelId="{E847D772-A530-4017-BD38-A6DC7C2B3979}" type="pres">
      <dgm:prSet presAssocID="{D8C794F0-D11E-43E3-AA6F-323AD136F0D3}" presName="parTx" presStyleLbl="revTx" presStyleIdx="0" presStyleCnt="4">
        <dgm:presLayoutVars>
          <dgm:chMax val="0"/>
          <dgm:chPref val="0"/>
        </dgm:presLayoutVars>
      </dgm:prSet>
      <dgm:spPr/>
    </dgm:pt>
    <dgm:pt modelId="{612A05A8-20D8-4FB8-A4A5-90DD27BD9727}" type="pres">
      <dgm:prSet presAssocID="{5AF0713F-61CE-4C78-8859-721359F7099C}" presName="sibTrans" presStyleCnt="0"/>
      <dgm:spPr/>
    </dgm:pt>
    <dgm:pt modelId="{644191CE-B830-493E-ACDC-F8207EEF0BBE}" type="pres">
      <dgm:prSet presAssocID="{F2F3E776-32B6-47F9-829F-B20ED22C6BE1}" presName="compNode" presStyleCnt="0"/>
      <dgm:spPr/>
    </dgm:pt>
    <dgm:pt modelId="{57CCB359-2144-4563-A697-FCCD6C915F8E}" type="pres">
      <dgm:prSet presAssocID="{F2F3E776-32B6-47F9-829F-B20ED22C6BE1}" presName="bgRect" presStyleLbl="bgShp" presStyleIdx="1" presStyleCnt="4"/>
      <dgm:spPr/>
    </dgm:pt>
    <dgm:pt modelId="{AAD6187D-ED94-4DFD-8F02-8C0B04BFCDE8}" type="pres">
      <dgm:prSet presAssocID="{F2F3E776-32B6-47F9-829F-B20ED22C6B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C31D1B0-47C4-4AB2-B628-5177E0D00A8E}" type="pres">
      <dgm:prSet presAssocID="{F2F3E776-32B6-47F9-829F-B20ED22C6BE1}" presName="spaceRect" presStyleCnt="0"/>
      <dgm:spPr/>
    </dgm:pt>
    <dgm:pt modelId="{CFC724A9-2D94-4B4C-B55C-0E4A7B6034BF}" type="pres">
      <dgm:prSet presAssocID="{F2F3E776-32B6-47F9-829F-B20ED22C6BE1}" presName="parTx" presStyleLbl="revTx" presStyleIdx="1" presStyleCnt="4">
        <dgm:presLayoutVars>
          <dgm:chMax val="0"/>
          <dgm:chPref val="0"/>
        </dgm:presLayoutVars>
      </dgm:prSet>
      <dgm:spPr/>
    </dgm:pt>
    <dgm:pt modelId="{4728C40F-8341-430B-9978-EFBAB2281EC8}" type="pres">
      <dgm:prSet presAssocID="{3257AC2F-D3AB-4EC7-B970-83EBCF694614}" presName="sibTrans" presStyleCnt="0"/>
      <dgm:spPr/>
    </dgm:pt>
    <dgm:pt modelId="{86056B38-7ED2-4F1B-BF8B-7B2EFCC74431}" type="pres">
      <dgm:prSet presAssocID="{496FA104-2F02-44DD-BC26-EDC5ACE3BFFE}" presName="compNode" presStyleCnt="0"/>
      <dgm:spPr/>
    </dgm:pt>
    <dgm:pt modelId="{FB580C1E-6D8B-419A-AAFB-0D5712470371}" type="pres">
      <dgm:prSet presAssocID="{496FA104-2F02-44DD-BC26-EDC5ACE3BFFE}" presName="bgRect" presStyleLbl="bgShp" presStyleIdx="2" presStyleCnt="4"/>
      <dgm:spPr/>
    </dgm:pt>
    <dgm:pt modelId="{756043EC-4509-4D3C-B07B-0EC13C3DF6F4}" type="pres">
      <dgm:prSet presAssocID="{496FA104-2F02-44DD-BC26-EDC5ACE3BF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7CB30E68-3CE3-4CB3-8B93-4A2B5091DAB8}" type="pres">
      <dgm:prSet presAssocID="{496FA104-2F02-44DD-BC26-EDC5ACE3BFFE}" presName="spaceRect" presStyleCnt="0"/>
      <dgm:spPr/>
    </dgm:pt>
    <dgm:pt modelId="{15667646-CD63-4D2A-A2BD-D56F57628825}" type="pres">
      <dgm:prSet presAssocID="{496FA104-2F02-44DD-BC26-EDC5ACE3BFFE}" presName="parTx" presStyleLbl="revTx" presStyleIdx="2" presStyleCnt="4">
        <dgm:presLayoutVars>
          <dgm:chMax val="0"/>
          <dgm:chPref val="0"/>
        </dgm:presLayoutVars>
      </dgm:prSet>
      <dgm:spPr/>
    </dgm:pt>
    <dgm:pt modelId="{787EB6BB-D947-4B54-B9AF-912357D276CE}" type="pres">
      <dgm:prSet presAssocID="{E96E4ACE-04A2-4975-9DB2-F7B5F801C62B}" presName="sibTrans" presStyleCnt="0"/>
      <dgm:spPr/>
    </dgm:pt>
    <dgm:pt modelId="{70B229FA-C057-4E25-A0B9-F7724534BA5B}" type="pres">
      <dgm:prSet presAssocID="{E2FC0E64-1AF8-4623-8A54-61EF69A30056}" presName="compNode" presStyleCnt="0"/>
      <dgm:spPr/>
    </dgm:pt>
    <dgm:pt modelId="{DACE857E-E37F-43F7-AA5D-786C5D2191A4}" type="pres">
      <dgm:prSet presAssocID="{E2FC0E64-1AF8-4623-8A54-61EF69A30056}" presName="bgRect" presStyleLbl="bgShp" presStyleIdx="3" presStyleCnt="4"/>
      <dgm:spPr/>
    </dgm:pt>
    <dgm:pt modelId="{1675389A-2476-483D-9C70-30E55F3C6689}" type="pres">
      <dgm:prSet presAssocID="{E2FC0E64-1AF8-4623-8A54-61EF69A300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B0D3051-153F-4E4B-BFA7-84A48815B685}" type="pres">
      <dgm:prSet presAssocID="{E2FC0E64-1AF8-4623-8A54-61EF69A30056}" presName="spaceRect" presStyleCnt="0"/>
      <dgm:spPr/>
    </dgm:pt>
    <dgm:pt modelId="{3F87C2D3-BFDB-4B3F-9015-77881A1AE173}" type="pres">
      <dgm:prSet presAssocID="{E2FC0E64-1AF8-4623-8A54-61EF69A300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891C07-F2D4-427F-AF8B-F40577A8B5F1}" type="presOf" srcId="{D8C794F0-D11E-43E3-AA6F-323AD136F0D3}" destId="{E847D772-A530-4017-BD38-A6DC7C2B3979}" srcOrd="0" destOrd="0" presId="urn:microsoft.com/office/officeart/2018/2/layout/IconVerticalSolidList"/>
    <dgm:cxn modelId="{03EE5029-7BEF-436E-B597-690F5F91BE8B}" type="presOf" srcId="{F2F3E776-32B6-47F9-829F-B20ED22C6BE1}" destId="{CFC724A9-2D94-4B4C-B55C-0E4A7B6034BF}" srcOrd="0" destOrd="0" presId="urn:microsoft.com/office/officeart/2018/2/layout/IconVerticalSolidList"/>
    <dgm:cxn modelId="{77126F2B-85AD-4538-BD40-7032672B60BA}" type="presOf" srcId="{496FA104-2F02-44DD-BC26-EDC5ACE3BFFE}" destId="{15667646-CD63-4D2A-A2BD-D56F57628825}" srcOrd="0" destOrd="0" presId="urn:microsoft.com/office/officeart/2018/2/layout/IconVerticalSolidList"/>
    <dgm:cxn modelId="{58BB4832-47FE-4222-A518-116FAC9B8D0D}" srcId="{25D7243D-FCDA-4A38-9E9D-CA5698829A8C}" destId="{496FA104-2F02-44DD-BC26-EDC5ACE3BFFE}" srcOrd="2" destOrd="0" parTransId="{82DAA3F1-3F49-4CF6-8DA3-5B3CABE08847}" sibTransId="{E96E4ACE-04A2-4975-9DB2-F7B5F801C62B}"/>
    <dgm:cxn modelId="{514C3F35-2807-477B-84C1-B9FBB1D52061}" srcId="{25D7243D-FCDA-4A38-9E9D-CA5698829A8C}" destId="{F2F3E776-32B6-47F9-829F-B20ED22C6BE1}" srcOrd="1" destOrd="0" parTransId="{D3E01BC0-46C0-4630-8ABC-1A8367F66145}" sibTransId="{3257AC2F-D3AB-4EC7-B970-83EBCF694614}"/>
    <dgm:cxn modelId="{8798EF82-1979-48A1-804A-5D50916DEB44}" srcId="{25D7243D-FCDA-4A38-9E9D-CA5698829A8C}" destId="{E2FC0E64-1AF8-4623-8A54-61EF69A30056}" srcOrd="3" destOrd="0" parTransId="{ACA0DEDA-1473-49ED-8787-AD091E0EE081}" sibTransId="{EA80135D-0169-4F22-B530-36C1BF405D0C}"/>
    <dgm:cxn modelId="{9AB234BD-2756-4E43-98ED-33E06E7AD2DC}" type="presOf" srcId="{E2FC0E64-1AF8-4623-8A54-61EF69A30056}" destId="{3F87C2D3-BFDB-4B3F-9015-77881A1AE173}" srcOrd="0" destOrd="0" presId="urn:microsoft.com/office/officeart/2018/2/layout/IconVerticalSolidList"/>
    <dgm:cxn modelId="{37B4D9DC-D976-4F93-B9F1-0194774C7B44}" srcId="{25D7243D-FCDA-4A38-9E9D-CA5698829A8C}" destId="{D8C794F0-D11E-43E3-AA6F-323AD136F0D3}" srcOrd="0" destOrd="0" parTransId="{E115586A-513A-4269-8DF3-0AA461548377}" sibTransId="{5AF0713F-61CE-4C78-8859-721359F7099C}"/>
    <dgm:cxn modelId="{7EE35EED-FF0A-4D64-95C3-D638FCC9AFF8}" type="presOf" srcId="{25D7243D-FCDA-4A38-9E9D-CA5698829A8C}" destId="{F888489B-C110-4ACD-8FDE-C3C4362705F0}" srcOrd="0" destOrd="0" presId="urn:microsoft.com/office/officeart/2018/2/layout/IconVerticalSolidList"/>
    <dgm:cxn modelId="{E4925518-F211-4B55-B018-D72033F6C5B9}" type="presParOf" srcId="{F888489B-C110-4ACD-8FDE-C3C4362705F0}" destId="{B5426808-B144-4F9E-ADF6-9158B7DEDBE6}" srcOrd="0" destOrd="0" presId="urn:microsoft.com/office/officeart/2018/2/layout/IconVerticalSolidList"/>
    <dgm:cxn modelId="{09A60C97-3602-439E-8755-6AD56D2B8749}" type="presParOf" srcId="{B5426808-B144-4F9E-ADF6-9158B7DEDBE6}" destId="{CA9E32CE-0FCC-4EE6-9C10-064F51801F09}" srcOrd="0" destOrd="0" presId="urn:microsoft.com/office/officeart/2018/2/layout/IconVerticalSolidList"/>
    <dgm:cxn modelId="{ED0B93DC-9F08-48C5-B916-0362D305FB90}" type="presParOf" srcId="{B5426808-B144-4F9E-ADF6-9158B7DEDBE6}" destId="{CFEA0078-2EC1-4441-87B6-6C1B4009FD6C}" srcOrd="1" destOrd="0" presId="urn:microsoft.com/office/officeart/2018/2/layout/IconVerticalSolidList"/>
    <dgm:cxn modelId="{9D8DDA38-DCE8-45A0-9DE7-D9C46F8340A0}" type="presParOf" srcId="{B5426808-B144-4F9E-ADF6-9158B7DEDBE6}" destId="{2CE596DD-A38C-4BF8-B1F1-4C169119FCAA}" srcOrd="2" destOrd="0" presId="urn:microsoft.com/office/officeart/2018/2/layout/IconVerticalSolidList"/>
    <dgm:cxn modelId="{6BC562D5-9D66-4C74-9C05-5BA4A480FE36}" type="presParOf" srcId="{B5426808-B144-4F9E-ADF6-9158B7DEDBE6}" destId="{E847D772-A530-4017-BD38-A6DC7C2B3979}" srcOrd="3" destOrd="0" presId="urn:microsoft.com/office/officeart/2018/2/layout/IconVerticalSolidList"/>
    <dgm:cxn modelId="{3D34F18E-F891-49A9-873B-D44DA7E2DC5E}" type="presParOf" srcId="{F888489B-C110-4ACD-8FDE-C3C4362705F0}" destId="{612A05A8-20D8-4FB8-A4A5-90DD27BD9727}" srcOrd="1" destOrd="0" presId="urn:microsoft.com/office/officeart/2018/2/layout/IconVerticalSolidList"/>
    <dgm:cxn modelId="{202A0DB3-9793-4A36-99D1-6DA3DE89B7D1}" type="presParOf" srcId="{F888489B-C110-4ACD-8FDE-C3C4362705F0}" destId="{644191CE-B830-493E-ACDC-F8207EEF0BBE}" srcOrd="2" destOrd="0" presId="urn:microsoft.com/office/officeart/2018/2/layout/IconVerticalSolidList"/>
    <dgm:cxn modelId="{266C7C31-8F93-402A-B2A4-3B7ACA4D3026}" type="presParOf" srcId="{644191CE-B830-493E-ACDC-F8207EEF0BBE}" destId="{57CCB359-2144-4563-A697-FCCD6C915F8E}" srcOrd="0" destOrd="0" presId="urn:microsoft.com/office/officeart/2018/2/layout/IconVerticalSolidList"/>
    <dgm:cxn modelId="{A8A35300-39F6-46D8-A9A1-DB4B7F3F7300}" type="presParOf" srcId="{644191CE-B830-493E-ACDC-F8207EEF0BBE}" destId="{AAD6187D-ED94-4DFD-8F02-8C0B04BFCDE8}" srcOrd="1" destOrd="0" presId="urn:microsoft.com/office/officeart/2018/2/layout/IconVerticalSolidList"/>
    <dgm:cxn modelId="{CEEEB5BF-CDAE-4DE2-AFFE-E780F91E50DE}" type="presParOf" srcId="{644191CE-B830-493E-ACDC-F8207EEF0BBE}" destId="{AC31D1B0-47C4-4AB2-B628-5177E0D00A8E}" srcOrd="2" destOrd="0" presId="urn:microsoft.com/office/officeart/2018/2/layout/IconVerticalSolidList"/>
    <dgm:cxn modelId="{B03295B5-C59D-4BFC-896B-03A53F6CF346}" type="presParOf" srcId="{644191CE-B830-493E-ACDC-F8207EEF0BBE}" destId="{CFC724A9-2D94-4B4C-B55C-0E4A7B6034BF}" srcOrd="3" destOrd="0" presId="urn:microsoft.com/office/officeart/2018/2/layout/IconVerticalSolidList"/>
    <dgm:cxn modelId="{094F3ED5-0E25-4879-B4A1-4A89D28B8B04}" type="presParOf" srcId="{F888489B-C110-4ACD-8FDE-C3C4362705F0}" destId="{4728C40F-8341-430B-9978-EFBAB2281EC8}" srcOrd="3" destOrd="0" presId="urn:microsoft.com/office/officeart/2018/2/layout/IconVerticalSolidList"/>
    <dgm:cxn modelId="{6AE6A256-B06C-4EA1-883A-A81A4A828305}" type="presParOf" srcId="{F888489B-C110-4ACD-8FDE-C3C4362705F0}" destId="{86056B38-7ED2-4F1B-BF8B-7B2EFCC74431}" srcOrd="4" destOrd="0" presId="urn:microsoft.com/office/officeart/2018/2/layout/IconVerticalSolidList"/>
    <dgm:cxn modelId="{931A7403-DE2E-44F8-8FB9-29F7B228202B}" type="presParOf" srcId="{86056B38-7ED2-4F1B-BF8B-7B2EFCC74431}" destId="{FB580C1E-6D8B-419A-AAFB-0D5712470371}" srcOrd="0" destOrd="0" presId="urn:microsoft.com/office/officeart/2018/2/layout/IconVerticalSolidList"/>
    <dgm:cxn modelId="{B56A8D5B-F768-434C-8C62-7DA858C94C39}" type="presParOf" srcId="{86056B38-7ED2-4F1B-BF8B-7B2EFCC74431}" destId="{756043EC-4509-4D3C-B07B-0EC13C3DF6F4}" srcOrd="1" destOrd="0" presId="urn:microsoft.com/office/officeart/2018/2/layout/IconVerticalSolidList"/>
    <dgm:cxn modelId="{9AF6E93A-2DC1-4648-BCCB-ABD067903786}" type="presParOf" srcId="{86056B38-7ED2-4F1B-BF8B-7B2EFCC74431}" destId="{7CB30E68-3CE3-4CB3-8B93-4A2B5091DAB8}" srcOrd="2" destOrd="0" presId="urn:microsoft.com/office/officeart/2018/2/layout/IconVerticalSolidList"/>
    <dgm:cxn modelId="{B4FA2CB7-A72A-4031-92D5-5784A93F8E26}" type="presParOf" srcId="{86056B38-7ED2-4F1B-BF8B-7B2EFCC74431}" destId="{15667646-CD63-4D2A-A2BD-D56F57628825}" srcOrd="3" destOrd="0" presId="urn:microsoft.com/office/officeart/2018/2/layout/IconVerticalSolidList"/>
    <dgm:cxn modelId="{B7B41C7F-E4CB-4439-A775-1EB8399FEA55}" type="presParOf" srcId="{F888489B-C110-4ACD-8FDE-C3C4362705F0}" destId="{787EB6BB-D947-4B54-B9AF-912357D276CE}" srcOrd="5" destOrd="0" presId="urn:microsoft.com/office/officeart/2018/2/layout/IconVerticalSolidList"/>
    <dgm:cxn modelId="{1B982C4D-3C68-4680-9AF7-9506042D925D}" type="presParOf" srcId="{F888489B-C110-4ACD-8FDE-C3C4362705F0}" destId="{70B229FA-C057-4E25-A0B9-F7724534BA5B}" srcOrd="6" destOrd="0" presId="urn:microsoft.com/office/officeart/2018/2/layout/IconVerticalSolidList"/>
    <dgm:cxn modelId="{52AF77E9-51AE-471B-9933-64FE4DEF71C7}" type="presParOf" srcId="{70B229FA-C057-4E25-A0B9-F7724534BA5B}" destId="{DACE857E-E37F-43F7-AA5D-786C5D2191A4}" srcOrd="0" destOrd="0" presId="urn:microsoft.com/office/officeart/2018/2/layout/IconVerticalSolidList"/>
    <dgm:cxn modelId="{AB74DDCB-041D-4B85-853F-523CFCA41589}" type="presParOf" srcId="{70B229FA-C057-4E25-A0B9-F7724534BA5B}" destId="{1675389A-2476-483D-9C70-30E55F3C6689}" srcOrd="1" destOrd="0" presId="urn:microsoft.com/office/officeart/2018/2/layout/IconVerticalSolidList"/>
    <dgm:cxn modelId="{F69EA8F4-E94B-47C0-8617-D2002531EAE8}" type="presParOf" srcId="{70B229FA-C057-4E25-A0B9-F7724534BA5B}" destId="{AB0D3051-153F-4E4B-BFA7-84A48815B685}" srcOrd="2" destOrd="0" presId="urn:microsoft.com/office/officeart/2018/2/layout/IconVerticalSolidList"/>
    <dgm:cxn modelId="{6A20671D-ABB7-429F-9AEC-50F1AEEF590C}" type="presParOf" srcId="{70B229FA-C057-4E25-A0B9-F7724534BA5B}" destId="{3F87C2D3-BFDB-4B3F-9015-77881A1AE1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273FF9-CE07-42B8-A109-C9F0D7F711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E5F8063-EE56-4C2F-AD6B-A52C3563E3A4}">
      <dgm:prSet/>
      <dgm:spPr/>
      <dgm:t>
        <a:bodyPr/>
        <a:lstStyle/>
        <a:p>
          <a:r>
            <a:rPr lang="en-US"/>
            <a:t>Every time you surf the internet, your computer sends messages into the network called packets</a:t>
          </a:r>
        </a:p>
      </dgm:t>
    </dgm:pt>
    <dgm:pt modelId="{A42C102F-A7C2-4B68-8ECF-2FED19710AA7}" type="parTrans" cxnId="{AA2782BF-780E-4F5E-9942-EBB330EEF325}">
      <dgm:prSet/>
      <dgm:spPr/>
      <dgm:t>
        <a:bodyPr/>
        <a:lstStyle/>
        <a:p>
          <a:endParaRPr lang="en-US"/>
        </a:p>
      </dgm:t>
    </dgm:pt>
    <dgm:pt modelId="{4A3C19AF-5731-4255-8C28-CEC38C6B30BD}" type="sibTrans" cxnId="{AA2782BF-780E-4F5E-9942-EBB330EEF325}">
      <dgm:prSet/>
      <dgm:spPr/>
      <dgm:t>
        <a:bodyPr/>
        <a:lstStyle/>
        <a:p>
          <a:endParaRPr lang="en-US"/>
        </a:p>
      </dgm:t>
    </dgm:pt>
    <dgm:pt modelId="{7CD94644-2B0B-4F39-926B-9E370BEF7F1E}">
      <dgm:prSet/>
      <dgm:spPr/>
      <dgm:t>
        <a:bodyPr/>
        <a:lstStyle/>
        <a:p>
          <a:r>
            <a:rPr lang="en-US"/>
            <a:t>Hackers can hide data in these packets that can be malicious towards your computer. Digital forensics investigators need tools to spot this suspicious behavior</a:t>
          </a:r>
        </a:p>
      </dgm:t>
    </dgm:pt>
    <dgm:pt modelId="{EB45A0CE-F54B-44F7-9E3F-EFFA1F2678A5}" type="parTrans" cxnId="{97E3A864-817B-42A1-8805-A2AF367272AA}">
      <dgm:prSet/>
      <dgm:spPr/>
      <dgm:t>
        <a:bodyPr/>
        <a:lstStyle/>
        <a:p>
          <a:endParaRPr lang="en-US"/>
        </a:p>
      </dgm:t>
    </dgm:pt>
    <dgm:pt modelId="{66DA9613-06C8-4C6A-8172-2264BBAE43F3}" type="sibTrans" cxnId="{97E3A864-817B-42A1-8805-A2AF367272AA}">
      <dgm:prSet/>
      <dgm:spPr/>
      <dgm:t>
        <a:bodyPr/>
        <a:lstStyle/>
        <a:p>
          <a:endParaRPr lang="en-US"/>
        </a:p>
      </dgm:t>
    </dgm:pt>
    <dgm:pt modelId="{7EB77F09-B707-42C6-A70D-58B531B112B6}">
      <dgm:prSet/>
      <dgm:spPr/>
      <dgm:t>
        <a:bodyPr/>
        <a:lstStyle/>
        <a:p>
          <a:r>
            <a:rPr lang="en-US"/>
            <a:t>Based on the websites and software you use in a session, hackers can create malicious data that your computer will reach out to get</a:t>
          </a:r>
        </a:p>
      </dgm:t>
    </dgm:pt>
    <dgm:pt modelId="{A882184F-48D6-449E-9075-B246810CBABE}" type="parTrans" cxnId="{5EFD36FE-ECF4-43AF-988B-D146D9B6B356}">
      <dgm:prSet/>
      <dgm:spPr/>
      <dgm:t>
        <a:bodyPr/>
        <a:lstStyle/>
        <a:p>
          <a:endParaRPr lang="en-US"/>
        </a:p>
      </dgm:t>
    </dgm:pt>
    <dgm:pt modelId="{AC900C7F-A153-443B-8346-0C908CBED38A}" type="sibTrans" cxnId="{5EFD36FE-ECF4-43AF-988B-D146D9B6B356}">
      <dgm:prSet/>
      <dgm:spPr/>
      <dgm:t>
        <a:bodyPr/>
        <a:lstStyle/>
        <a:p>
          <a:endParaRPr lang="en-US"/>
        </a:p>
      </dgm:t>
    </dgm:pt>
    <dgm:pt modelId="{9FB15BAA-CA61-42A7-8CC5-7A925A82594C}" type="pres">
      <dgm:prSet presAssocID="{94273FF9-CE07-42B8-A109-C9F0D7F7110D}" presName="root" presStyleCnt="0">
        <dgm:presLayoutVars>
          <dgm:dir/>
          <dgm:resizeHandles val="exact"/>
        </dgm:presLayoutVars>
      </dgm:prSet>
      <dgm:spPr/>
    </dgm:pt>
    <dgm:pt modelId="{53EEBCA4-ADD6-4D68-9F14-B8914BEA4B5C}" type="pres">
      <dgm:prSet presAssocID="{1E5F8063-EE56-4C2F-AD6B-A52C3563E3A4}" presName="compNode" presStyleCnt="0"/>
      <dgm:spPr/>
    </dgm:pt>
    <dgm:pt modelId="{3DC0B087-57AA-4ED9-960C-1AD10E85CEAA}" type="pres">
      <dgm:prSet presAssocID="{1E5F8063-EE56-4C2F-AD6B-A52C3563E3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109177F-C711-4366-999E-BB6770172F8C}" type="pres">
      <dgm:prSet presAssocID="{1E5F8063-EE56-4C2F-AD6B-A52C3563E3A4}" presName="spaceRect" presStyleCnt="0"/>
      <dgm:spPr/>
    </dgm:pt>
    <dgm:pt modelId="{A21D7366-506C-497A-AA83-BE1990E4BFBA}" type="pres">
      <dgm:prSet presAssocID="{1E5F8063-EE56-4C2F-AD6B-A52C3563E3A4}" presName="textRect" presStyleLbl="revTx" presStyleIdx="0" presStyleCnt="3">
        <dgm:presLayoutVars>
          <dgm:chMax val="1"/>
          <dgm:chPref val="1"/>
        </dgm:presLayoutVars>
      </dgm:prSet>
      <dgm:spPr/>
    </dgm:pt>
    <dgm:pt modelId="{0C3777FC-38C2-4EC9-AAF8-8DC5B758DD5C}" type="pres">
      <dgm:prSet presAssocID="{4A3C19AF-5731-4255-8C28-CEC38C6B30BD}" presName="sibTrans" presStyleCnt="0"/>
      <dgm:spPr/>
    </dgm:pt>
    <dgm:pt modelId="{BA70112A-94B6-42DE-BFC4-D468E9E20266}" type="pres">
      <dgm:prSet presAssocID="{7CD94644-2B0B-4F39-926B-9E370BEF7F1E}" presName="compNode" presStyleCnt="0"/>
      <dgm:spPr/>
    </dgm:pt>
    <dgm:pt modelId="{733E0CF7-5814-4F8D-AF2C-883BF31D5B2A}" type="pres">
      <dgm:prSet presAssocID="{7CD94644-2B0B-4F39-926B-9E370BEF7F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F69A68-A32A-4FAB-B649-AAE944DB9483}" type="pres">
      <dgm:prSet presAssocID="{7CD94644-2B0B-4F39-926B-9E370BEF7F1E}" presName="spaceRect" presStyleCnt="0"/>
      <dgm:spPr/>
    </dgm:pt>
    <dgm:pt modelId="{BEE64115-0F96-4167-B678-621F73689751}" type="pres">
      <dgm:prSet presAssocID="{7CD94644-2B0B-4F39-926B-9E370BEF7F1E}" presName="textRect" presStyleLbl="revTx" presStyleIdx="1" presStyleCnt="3">
        <dgm:presLayoutVars>
          <dgm:chMax val="1"/>
          <dgm:chPref val="1"/>
        </dgm:presLayoutVars>
      </dgm:prSet>
      <dgm:spPr/>
    </dgm:pt>
    <dgm:pt modelId="{5D33287D-D949-49B6-83AC-F403A3FE8218}" type="pres">
      <dgm:prSet presAssocID="{66DA9613-06C8-4C6A-8172-2264BBAE43F3}" presName="sibTrans" presStyleCnt="0"/>
      <dgm:spPr/>
    </dgm:pt>
    <dgm:pt modelId="{C1CACAB1-EBD1-480C-B8AD-232BE3D32202}" type="pres">
      <dgm:prSet presAssocID="{7EB77F09-B707-42C6-A70D-58B531B112B6}" presName="compNode" presStyleCnt="0"/>
      <dgm:spPr/>
    </dgm:pt>
    <dgm:pt modelId="{CBEFB934-CA2F-4F25-B2FD-162AE3EA6915}" type="pres">
      <dgm:prSet presAssocID="{7EB77F09-B707-42C6-A70D-58B531B112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7E69C2F-2252-4779-9909-48FE8AEE24E0}" type="pres">
      <dgm:prSet presAssocID="{7EB77F09-B707-42C6-A70D-58B531B112B6}" presName="spaceRect" presStyleCnt="0"/>
      <dgm:spPr/>
    </dgm:pt>
    <dgm:pt modelId="{48227BB6-7C3F-4881-AD61-ED3AAD5746D8}" type="pres">
      <dgm:prSet presAssocID="{7EB77F09-B707-42C6-A70D-58B531B112B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7E3A864-817B-42A1-8805-A2AF367272AA}" srcId="{94273FF9-CE07-42B8-A109-C9F0D7F7110D}" destId="{7CD94644-2B0B-4F39-926B-9E370BEF7F1E}" srcOrd="1" destOrd="0" parTransId="{EB45A0CE-F54B-44F7-9E3F-EFFA1F2678A5}" sibTransId="{66DA9613-06C8-4C6A-8172-2264BBAE43F3}"/>
    <dgm:cxn modelId="{AA2782BF-780E-4F5E-9942-EBB330EEF325}" srcId="{94273FF9-CE07-42B8-A109-C9F0D7F7110D}" destId="{1E5F8063-EE56-4C2F-AD6B-A52C3563E3A4}" srcOrd="0" destOrd="0" parTransId="{A42C102F-A7C2-4B68-8ECF-2FED19710AA7}" sibTransId="{4A3C19AF-5731-4255-8C28-CEC38C6B30BD}"/>
    <dgm:cxn modelId="{74E1AFC0-68F0-448E-A670-62B68F02C233}" type="presOf" srcId="{94273FF9-CE07-42B8-A109-C9F0D7F7110D}" destId="{9FB15BAA-CA61-42A7-8CC5-7A925A82594C}" srcOrd="0" destOrd="0" presId="urn:microsoft.com/office/officeart/2018/2/layout/IconLabelList"/>
    <dgm:cxn modelId="{2D7BA5CF-FB47-46F2-A620-0AADC0897EE3}" type="presOf" srcId="{7EB77F09-B707-42C6-A70D-58B531B112B6}" destId="{48227BB6-7C3F-4881-AD61-ED3AAD5746D8}" srcOrd="0" destOrd="0" presId="urn:microsoft.com/office/officeart/2018/2/layout/IconLabelList"/>
    <dgm:cxn modelId="{3DF037DD-6DA2-47E3-A589-61C0217CC86A}" type="presOf" srcId="{1E5F8063-EE56-4C2F-AD6B-A52C3563E3A4}" destId="{A21D7366-506C-497A-AA83-BE1990E4BFBA}" srcOrd="0" destOrd="0" presId="urn:microsoft.com/office/officeart/2018/2/layout/IconLabelList"/>
    <dgm:cxn modelId="{739CEAFA-7268-4A74-965A-0FFF06F2C99C}" type="presOf" srcId="{7CD94644-2B0B-4F39-926B-9E370BEF7F1E}" destId="{BEE64115-0F96-4167-B678-621F73689751}" srcOrd="0" destOrd="0" presId="urn:microsoft.com/office/officeart/2018/2/layout/IconLabelList"/>
    <dgm:cxn modelId="{5EFD36FE-ECF4-43AF-988B-D146D9B6B356}" srcId="{94273FF9-CE07-42B8-A109-C9F0D7F7110D}" destId="{7EB77F09-B707-42C6-A70D-58B531B112B6}" srcOrd="2" destOrd="0" parTransId="{A882184F-48D6-449E-9075-B246810CBABE}" sibTransId="{AC900C7F-A153-443B-8346-0C908CBED38A}"/>
    <dgm:cxn modelId="{90AF9EBE-45DD-4957-A2D4-7F606471984F}" type="presParOf" srcId="{9FB15BAA-CA61-42A7-8CC5-7A925A82594C}" destId="{53EEBCA4-ADD6-4D68-9F14-B8914BEA4B5C}" srcOrd="0" destOrd="0" presId="urn:microsoft.com/office/officeart/2018/2/layout/IconLabelList"/>
    <dgm:cxn modelId="{690DD854-182D-435A-A3B4-656135ED3620}" type="presParOf" srcId="{53EEBCA4-ADD6-4D68-9F14-B8914BEA4B5C}" destId="{3DC0B087-57AA-4ED9-960C-1AD10E85CEAA}" srcOrd="0" destOrd="0" presId="urn:microsoft.com/office/officeart/2018/2/layout/IconLabelList"/>
    <dgm:cxn modelId="{19097D47-4BAB-4465-B8B8-0EE5FF96BEF7}" type="presParOf" srcId="{53EEBCA4-ADD6-4D68-9F14-B8914BEA4B5C}" destId="{9109177F-C711-4366-999E-BB6770172F8C}" srcOrd="1" destOrd="0" presId="urn:microsoft.com/office/officeart/2018/2/layout/IconLabelList"/>
    <dgm:cxn modelId="{12BBF7E0-69DF-4636-9545-1DF5B466564F}" type="presParOf" srcId="{53EEBCA4-ADD6-4D68-9F14-B8914BEA4B5C}" destId="{A21D7366-506C-497A-AA83-BE1990E4BFBA}" srcOrd="2" destOrd="0" presId="urn:microsoft.com/office/officeart/2018/2/layout/IconLabelList"/>
    <dgm:cxn modelId="{41863BA9-999E-42D0-905D-D8B607798513}" type="presParOf" srcId="{9FB15BAA-CA61-42A7-8CC5-7A925A82594C}" destId="{0C3777FC-38C2-4EC9-AAF8-8DC5B758DD5C}" srcOrd="1" destOrd="0" presId="urn:microsoft.com/office/officeart/2018/2/layout/IconLabelList"/>
    <dgm:cxn modelId="{11275B4F-527D-49DA-A7C9-724AE79DD6D4}" type="presParOf" srcId="{9FB15BAA-CA61-42A7-8CC5-7A925A82594C}" destId="{BA70112A-94B6-42DE-BFC4-D468E9E20266}" srcOrd="2" destOrd="0" presId="urn:microsoft.com/office/officeart/2018/2/layout/IconLabelList"/>
    <dgm:cxn modelId="{FB561D20-FC84-4A8C-96E5-D7CBD46751C7}" type="presParOf" srcId="{BA70112A-94B6-42DE-BFC4-D468E9E20266}" destId="{733E0CF7-5814-4F8D-AF2C-883BF31D5B2A}" srcOrd="0" destOrd="0" presId="urn:microsoft.com/office/officeart/2018/2/layout/IconLabelList"/>
    <dgm:cxn modelId="{EDBFA404-2093-44F3-ACDD-1D3CA561831D}" type="presParOf" srcId="{BA70112A-94B6-42DE-BFC4-D468E9E20266}" destId="{02F69A68-A32A-4FAB-B649-AAE944DB9483}" srcOrd="1" destOrd="0" presId="urn:microsoft.com/office/officeart/2018/2/layout/IconLabelList"/>
    <dgm:cxn modelId="{C17DB6A0-0C5F-4B9A-BF3E-4E005DB79A63}" type="presParOf" srcId="{BA70112A-94B6-42DE-BFC4-D468E9E20266}" destId="{BEE64115-0F96-4167-B678-621F73689751}" srcOrd="2" destOrd="0" presId="urn:microsoft.com/office/officeart/2018/2/layout/IconLabelList"/>
    <dgm:cxn modelId="{81040AE8-EBDD-44DF-AA8B-681799D1DF5E}" type="presParOf" srcId="{9FB15BAA-CA61-42A7-8CC5-7A925A82594C}" destId="{5D33287D-D949-49B6-83AC-F403A3FE8218}" srcOrd="3" destOrd="0" presId="urn:microsoft.com/office/officeart/2018/2/layout/IconLabelList"/>
    <dgm:cxn modelId="{29524EC8-F870-4419-B8B3-5B161E6F58E9}" type="presParOf" srcId="{9FB15BAA-CA61-42A7-8CC5-7A925A82594C}" destId="{C1CACAB1-EBD1-480C-B8AD-232BE3D32202}" srcOrd="4" destOrd="0" presId="urn:microsoft.com/office/officeart/2018/2/layout/IconLabelList"/>
    <dgm:cxn modelId="{60810D66-C9C7-46C1-ACA4-C4B39ED979D0}" type="presParOf" srcId="{C1CACAB1-EBD1-480C-B8AD-232BE3D32202}" destId="{CBEFB934-CA2F-4F25-B2FD-162AE3EA6915}" srcOrd="0" destOrd="0" presId="urn:microsoft.com/office/officeart/2018/2/layout/IconLabelList"/>
    <dgm:cxn modelId="{B191613D-96B0-42AE-ABE1-D23B1C235B8F}" type="presParOf" srcId="{C1CACAB1-EBD1-480C-B8AD-232BE3D32202}" destId="{87E69C2F-2252-4779-9909-48FE8AEE24E0}" srcOrd="1" destOrd="0" presId="urn:microsoft.com/office/officeart/2018/2/layout/IconLabelList"/>
    <dgm:cxn modelId="{525EB8CF-74D8-4E8C-ADBF-2C6790A7D1A5}" type="presParOf" srcId="{C1CACAB1-EBD1-480C-B8AD-232BE3D32202}" destId="{48227BB6-7C3F-4881-AD61-ED3AAD5746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1D1A25-2432-44C4-92E5-C9323DC40B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7C24EA9-9144-433E-ACD7-C5733AFFDDA0}">
      <dgm:prSet/>
      <dgm:spPr/>
      <dgm:t>
        <a:bodyPr/>
        <a:lstStyle/>
        <a:p>
          <a:r>
            <a:rPr lang="en-US"/>
            <a:t>DNS is like the phonebook of the internet</a:t>
          </a:r>
        </a:p>
      </dgm:t>
    </dgm:pt>
    <dgm:pt modelId="{670C30F3-2694-4478-BA49-18EF17599027}" type="parTrans" cxnId="{2594FE2F-6985-473B-81CE-C6FAA05BC45A}">
      <dgm:prSet/>
      <dgm:spPr/>
      <dgm:t>
        <a:bodyPr/>
        <a:lstStyle/>
        <a:p>
          <a:endParaRPr lang="en-US"/>
        </a:p>
      </dgm:t>
    </dgm:pt>
    <dgm:pt modelId="{53E328BF-BA76-4E56-AC06-14BFECC5CA41}" type="sibTrans" cxnId="{2594FE2F-6985-473B-81CE-C6FAA05BC45A}">
      <dgm:prSet/>
      <dgm:spPr/>
      <dgm:t>
        <a:bodyPr/>
        <a:lstStyle/>
        <a:p>
          <a:endParaRPr lang="en-US"/>
        </a:p>
      </dgm:t>
    </dgm:pt>
    <dgm:pt modelId="{CE2E81B5-B41C-4DC6-9B07-5F8810476F01}">
      <dgm:prSet/>
      <dgm:spPr/>
      <dgm:t>
        <a:bodyPr/>
        <a:lstStyle/>
        <a:p>
          <a:r>
            <a:rPr lang="en-US"/>
            <a:t>When you visit a website like Google, DNS will look up the phone number (IP address) of that website so your computer knows where to go to access the network and render the website</a:t>
          </a:r>
        </a:p>
      </dgm:t>
    </dgm:pt>
    <dgm:pt modelId="{F745ADBE-6F50-43E9-9835-59FF24ECF529}" type="parTrans" cxnId="{0FF1B060-FA4D-4C87-A2BC-266924651D78}">
      <dgm:prSet/>
      <dgm:spPr/>
      <dgm:t>
        <a:bodyPr/>
        <a:lstStyle/>
        <a:p>
          <a:endParaRPr lang="en-US"/>
        </a:p>
      </dgm:t>
    </dgm:pt>
    <dgm:pt modelId="{4BF40BC2-5A34-4726-ADF1-F251B2C7ADF5}" type="sibTrans" cxnId="{0FF1B060-FA4D-4C87-A2BC-266924651D78}">
      <dgm:prSet/>
      <dgm:spPr/>
      <dgm:t>
        <a:bodyPr/>
        <a:lstStyle/>
        <a:p>
          <a:endParaRPr lang="en-US"/>
        </a:p>
      </dgm:t>
    </dgm:pt>
    <dgm:pt modelId="{B6CA68A7-A81E-4F15-998B-A79833743481}">
      <dgm:prSet/>
      <dgm:spPr/>
      <dgm:t>
        <a:bodyPr/>
        <a:lstStyle/>
        <a:p>
          <a:r>
            <a:rPr lang="en-US"/>
            <a:t>Every time you visit a website, your computer sends a request for the DNS to find out where to go</a:t>
          </a:r>
        </a:p>
      </dgm:t>
    </dgm:pt>
    <dgm:pt modelId="{C7FFF40D-45BE-4699-B64A-1519EE246521}" type="parTrans" cxnId="{0DF8C14D-29EB-4F1E-A088-7ADED98B7EF6}">
      <dgm:prSet/>
      <dgm:spPr/>
      <dgm:t>
        <a:bodyPr/>
        <a:lstStyle/>
        <a:p>
          <a:endParaRPr lang="en-US"/>
        </a:p>
      </dgm:t>
    </dgm:pt>
    <dgm:pt modelId="{895F9C0E-CEC4-440A-92A5-99246A6A1317}" type="sibTrans" cxnId="{0DF8C14D-29EB-4F1E-A088-7ADED98B7EF6}">
      <dgm:prSet/>
      <dgm:spPr/>
      <dgm:t>
        <a:bodyPr/>
        <a:lstStyle/>
        <a:p>
          <a:endParaRPr lang="en-US"/>
        </a:p>
      </dgm:t>
    </dgm:pt>
    <dgm:pt modelId="{C976F014-750B-4030-BB2C-6847480F0013}">
      <dgm:prSet/>
      <dgm:spPr/>
      <dgm:t>
        <a:bodyPr/>
        <a:lstStyle/>
        <a:p>
          <a:r>
            <a:rPr lang="en-US"/>
            <a:t>We look at DNS activity because hackers like to hide data and redirect network traffic using DNS</a:t>
          </a:r>
        </a:p>
      </dgm:t>
    </dgm:pt>
    <dgm:pt modelId="{845051F5-73CB-4B1A-9D48-EE862C267220}" type="parTrans" cxnId="{ED21AE3C-20FB-4146-985B-294427E214CA}">
      <dgm:prSet/>
      <dgm:spPr/>
      <dgm:t>
        <a:bodyPr/>
        <a:lstStyle/>
        <a:p>
          <a:endParaRPr lang="en-US"/>
        </a:p>
      </dgm:t>
    </dgm:pt>
    <dgm:pt modelId="{15D58B13-271A-448B-A0DC-003E4F71C097}" type="sibTrans" cxnId="{ED21AE3C-20FB-4146-985B-294427E214CA}">
      <dgm:prSet/>
      <dgm:spPr/>
      <dgm:t>
        <a:bodyPr/>
        <a:lstStyle/>
        <a:p>
          <a:endParaRPr lang="en-US"/>
        </a:p>
      </dgm:t>
    </dgm:pt>
    <dgm:pt modelId="{F05F6DE1-06F7-4AA2-9448-4FD3EAAE8D78}" type="pres">
      <dgm:prSet presAssocID="{261D1A25-2432-44C4-92E5-C9323DC40BEA}" presName="root" presStyleCnt="0">
        <dgm:presLayoutVars>
          <dgm:dir/>
          <dgm:resizeHandles val="exact"/>
        </dgm:presLayoutVars>
      </dgm:prSet>
      <dgm:spPr/>
    </dgm:pt>
    <dgm:pt modelId="{E383F41D-BFA4-45D7-9F79-AA359BBC70FC}" type="pres">
      <dgm:prSet presAssocID="{261D1A25-2432-44C4-92E5-C9323DC40BEA}" presName="container" presStyleCnt="0">
        <dgm:presLayoutVars>
          <dgm:dir/>
          <dgm:resizeHandles val="exact"/>
        </dgm:presLayoutVars>
      </dgm:prSet>
      <dgm:spPr/>
    </dgm:pt>
    <dgm:pt modelId="{4BE92EC9-387E-4265-BE6F-1F179118EF8E}" type="pres">
      <dgm:prSet presAssocID="{57C24EA9-9144-433E-ACD7-C5733AFFDDA0}" presName="compNode" presStyleCnt="0"/>
      <dgm:spPr/>
    </dgm:pt>
    <dgm:pt modelId="{30344811-1D24-48E7-AB0E-FAD965794200}" type="pres">
      <dgm:prSet presAssocID="{57C24EA9-9144-433E-ACD7-C5733AFFDDA0}" presName="iconBgRect" presStyleLbl="bgShp" presStyleIdx="0" presStyleCnt="4"/>
      <dgm:spPr/>
    </dgm:pt>
    <dgm:pt modelId="{0C8AB6E5-1D28-4773-9D6D-B6E93E45FD5D}" type="pres">
      <dgm:prSet presAssocID="{57C24EA9-9144-433E-ACD7-C5733AFFD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71904DE-5665-4DB5-91FA-50D1B401FB9F}" type="pres">
      <dgm:prSet presAssocID="{57C24EA9-9144-433E-ACD7-C5733AFFDDA0}" presName="spaceRect" presStyleCnt="0"/>
      <dgm:spPr/>
    </dgm:pt>
    <dgm:pt modelId="{C863E99C-84CB-448A-8688-CEB6FB3AEAA5}" type="pres">
      <dgm:prSet presAssocID="{57C24EA9-9144-433E-ACD7-C5733AFFDDA0}" presName="textRect" presStyleLbl="revTx" presStyleIdx="0" presStyleCnt="4">
        <dgm:presLayoutVars>
          <dgm:chMax val="1"/>
          <dgm:chPref val="1"/>
        </dgm:presLayoutVars>
      </dgm:prSet>
      <dgm:spPr/>
    </dgm:pt>
    <dgm:pt modelId="{77D21493-C26D-41E6-BF3D-893BC1997529}" type="pres">
      <dgm:prSet presAssocID="{53E328BF-BA76-4E56-AC06-14BFECC5CA41}" presName="sibTrans" presStyleLbl="sibTrans2D1" presStyleIdx="0" presStyleCnt="0"/>
      <dgm:spPr/>
    </dgm:pt>
    <dgm:pt modelId="{E3E333F9-03CC-457D-A9B6-1A5323792764}" type="pres">
      <dgm:prSet presAssocID="{CE2E81B5-B41C-4DC6-9B07-5F8810476F01}" presName="compNode" presStyleCnt="0"/>
      <dgm:spPr/>
    </dgm:pt>
    <dgm:pt modelId="{E2180CAE-9D9F-4B31-BA38-44C870D38DFA}" type="pres">
      <dgm:prSet presAssocID="{CE2E81B5-B41C-4DC6-9B07-5F8810476F01}" presName="iconBgRect" presStyleLbl="bgShp" presStyleIdx="1" presStyleCnt="4"/>
      <dgm:spPr/>
    </dgm:pt>
    <dgm:pt modelId="{4C4C0F83-FEB6-45A4-B2DA-64138DA3E2D6}" type="pres">
      <dgm:prSet presAssocID="{CE2E81B5-B41C-4DC6-9B07-5F8810476F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09FB0BD-14AF-4D0F-B554-4F2FF0B47960}" type="pres">
      <dgm:prSet presAssocID="{CE2E81B5-B41C-4DC6-9B07-5F8810476F01}" presName="spaceRect" presStyleCnt="0"/>
      <dgm:spPr/>
    </dgm:pt>
    <dgm:pt modelId="{2A2A701F-CF91-4F0F-8576-D92BCFEB451E}" type="pres">
      <dgm:prSet presAssocID="{CE2E81B5-B41C-4DC6-9B07-5F8810476F01}" presName="textRect" presStyleLbl="revTx" presStyleIdx="1" presStyleCnt="4">
        <dgm:presLayoutVars>
          <dgm:chMax val="1"/>
          <dgm:chPref val="1"/>
        </dgm:presLayoutVars>
      </dgm:prSet>
      <dgm:spPr/>
    </dgm:pt>
    <dgm:pt modelId="{83617E4B-D998-4615-937B-D212073BBE6C}" type="pres">
      <dgm:prSet presAssocID="{4BF40BC2-5A34-4726-ADF1-F251B2C7ADF5}" presName="sibTrans" presStyleLbl="sibTrans2D1" presStyleIdx="0" presStyleCnt="0"/>
      <dgm:spPr/>
    </dgm:pt>
    <dgm:pt modelId="{2FEFB7F4-3D25-4285-9243-35079E00E251}" type="pres">
      <dgm:prSet presAssocID="{B6CA68A7-A81E-4F15-998B-A79833743481}" presName="compNode" presStyleCnt="0"/>
      <dgm:spPr/>
    </dgm:pt>
    <dgm:pt modelId="{A397E27C-7919-43EA-8226-8016BB5B0319}" type="pres">
      <dgm:prSet presAssocID="{B6CA68A7-A81E-4F15-998B-A79833743481}" presName="iconBgRect" presStyleLbl="bgShp" presStyleIdx="2" presStyleCnt="4"/>
      <dgm:spPr/>
    </dgm:pt>
    <dgm:pt modelId="{2B76629F-34F5-4A43-8347-62442EFDB4C0}" type="pres">
      <dgm:prSet presAssocID="{B6CA68A7-A81E-4F15-998B-A798337434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0018485B-E808-4270-8BD6-66CF910B80FD}" type="pres">
      <dgm:prSet presAssocID="{B6CA68A7-A81E-4F15-998B-A79833743481}" presName="spaceRect" presStyleCnt="0"/>
      <dgm:spPr/>
    </dgm:pt>
    <dgm:pt modelId="{19B45E84-1C75-4B01-B079-DBAF077F67FE}" type="pres">
      <dgm:prSet presAssocID="{B6CA68A7-A81E-4F15-998B-A79833743481}" presName="textRect" presStyleLbl="revTx" presStyleIdx="2" presStyleCnt="4">
        <dgm:presLayoutVars>
          <dgm:chMax val="1"/>
          <dgm:chPref val="1"/>
        </dgm:presLayoutVars>
      </dgm:prSet>
      <dgm:spPr/>
    </dgm:pt>
    <dgm:pt modelId="{705921CD-9171-43E7-B094-EEBC8202D6FA}" type="pres">
      <dgm:prSet presAssocID="{895F9C0E-CEC4-440A-92A5-99246A6A1317}" presName="sibTrans" presStyleLbl="sibTrans2D1" presStyleIdx="0" presStyleCnt="0"/>
      <dgm:spPr/>
    </dgm:pt>
    <dgm:pt modelId="{807695AE-F3D1-463D-92F6-7AD3E04CCF35}" type="pres">
      <dgm:prSet presAssocID="{C976F014-750B-4030-BB2C-6847480F0013}" presName="compNode" presStyleCnt="0"/>
      <dgm:spPr/>
    </dgm:pt>
    <dgm:pt modelId="{52B9C1E8-3C9C-43F7-8E07-BE9C281CBE1E}" type="pres">
      <dgm:prSet presAssocID="{C976F014-750B-4030-BB2C-6847480F0013}" presName="iconBgRect" presStyleLbl="bgShp" presStyleIdx="3" presStyleCnt="4"/>
      <dgm:spPr/>
    </dgm:pt>
    <dgm:pt modelId="{2077C6EF-A623-4B5A-9E6B-35814CB1B87F}" type="pres">
      <dgm:prSet presAssocID="{C976F014-750B-4030-BB2C-6847480F00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125D18-8DB0-4103-9A66-CC0F88F5223C}" type="pres">
      <dgm:prSet presAssocID="{C976F014-750B-4030-BB2C-6847480F0013}" presName="spaceRect" presStyleCnt="0"/>
      <dgm:spPr/>
    </dgm:pt>
    <dgm:pt modelId="{3CC12F07-22F7-465B-99E2-E7472F6D60A6}" type="pres">
      <dgm:prSet presAssocID="{C976F014-750B-4030-BB2C-6847480F00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C8C508-CEF6-40EF-B736-8F9B803EA579}" type="presOf" srcId="{C976F014-750B-4030-BB2C-6847480F0013}" destId="{3CC12F07-22F7-465B-99E2-E7472F6D60A6}" srcOrd="0" destOrd="0" presId="urn:microsoft.com/office/officeart/2018/2/layout/IconCircleList"/>
    <dgm:cxn modelId="{D8543525-4CAE-45A8-8421-2E0E6A130AED}" type="presOf" srcId="{4BF40BC2-5A34-4726-ADF1-F251B2C7ADF5}" destId="{83617E4B-D998-4615-937B-D212073BBE6C}" srcOrd="0" destOrd="0" presId="urn:microsoft.com/office/officeart/2018/2/layout/IconCircleList"/>
    <dgm:cxn modelId="{2594FE2F-6985-473B-81CE-C6FAA05BC45A}" srcId="{261D1A25-2432-44C4-92E5-C9323DC40BEA}" destId="{57C24EA9-9144-433E-ACD7-C5733AFFDDA0}" srcOrd="0" destOrd="0" parTransId="{670C30F3-2694-4478-BA49-18EF17599027}" sibTransId="{53E328BF-BA76-4E56-AC06-14BFECC5CA41}"/>
    <dgm:cxn modelId="{8FC55433-8AD6-43F1-B4BA-412A8FA8C7AC}" type="presOf" srcId="{895F9C0E-CEC4-440A-92A5-99246A6A1317}" destId="{705921CD-9171-43E7-B094-EEBC8202D6FA}" srcOrd="0" destOrd="0" presId="urn:microsoft.com/office/officeart/2018/2/layout/IconCircleList"/>
    <dgm:cxn modelId="{ED21AE3C-20FB-4146-985B-294427E214CA}" srcId="{261D1A25-2432-44C4-92E5-C9323DC40BEA}" destId="{C976F014-750B-4030-BB2C-6847480F0013}" srcOrd="3" destOrd="0" parTransId="{845051F5-73CB-4B1A-9D48-EE862C267220}" sibTransId="{15D58B13-271A-448B-A0DC-003E4F71C097}"/>
    <dgm:cxn modelId="{0FF1B060-FA4D-4C87-A2BC-266924651D78}" srcId="{261D1A25-2432-44C4-92E5-C9323DC40BEA}" destId="{CE2E81B5-B41C-4DC6-9B07-5F8810476F01}" srcOrd="1" destOrd="0" parTransId="{F745ADBE-6F50-43E9-9835-59FF24ECF529}" sibTransId="{4BF40BC2-5A34-4726-ADF1-F251B2C7ADF5}"/>
    <dgm:cxn modelId="{0DF8C14D-29EB-4F1E-A088-7ADED98B7EF6}" srcId="{261D1A25-2432-44C4-92E5-C9323DC40BEA}" destId="{B6CA68A7-A81E-4F15-998B-A79833743481}" srcOrd="2" destOrd="0" parTransId="{C7FFF40D-45BE-4699-B64A-1519EE246521}" sibTransId="{895F9C0E-CEC4-440A-92A5-99246A6A1317}"/>
    <dgm:cxn modelId="{6A35F5A0-122D-4095-9C9C-479932F426A0}" type="presOf" srcId="{CE2E81B5-B41C-4DC6-9B07-5F8810476F01}" destId="{2A2A701F-CF91-4F0F-8576-D92BCFEB451E}" srcOrd="0" destOrd="0" presId="urn:microsoft.com/office/officeart/2018/2/layout/IconCircleList"/>
    <dgm:cxn modelId="{1D753DB4-6B1C-4B23-8A81-4AB875F5E751}" type="presOf" srcId="{B6CA68A7-A81E-4F15-998B-A79833743481}" destId="{19B45E84-1C75-4B01-B079-DBAF077F67FE}" srcOrd="0" destOrd="0" presId="urn:microsoft.com/office/officeart/2018/2/layout/IconCircleList"/>
    <dgm:cxn modelId="{FAE838E8-764A-4A21-BA5C-C260751151A4}" type="presOf" srcId="{261D1A25-2432-44C4-92E5-C9323DC40BEA}" destId="{F05F6DE1-06F7-4AA2-9448-4FD3EAAE8D78}" srcOrd="0" destOrd="0" presId="urn:microsoft.com/office/officeart/2018/2/layout/IconCircleList"/>
    <dgm:cxn modelId="{B2FBA6F0-00B1-4B76-AEF9-5A78C04F31ED}" type="presOf" srcId="{53E328BF-BA76-4E56-AC06-14BFECC5CA41}" destId="{77D21493-C26D-41E6-BF3D-893BC1997529}" srcOrd="0" destOrd="0" presId="urn:microsoft.com/office/officeart/2018/2/layout/IconCircleList"/>
    <dgm:cxn modelId="{A06C3BFA-C67B-47C6-8B19-0EBC01F8E82F}" type="presOf" srcId="{57C24EA9-9144-433E-ACD7-C5733AFFDDA0}" destId="{C863E99C-84CB-448A-8688-CEB6FB3AEAA5}" srcOrd="0" destOrd="0" presId="urn:microsoft.com/office/officeart/2018/2/layout/IconCircleList"/>
    <dgm:cxn modelId="{D2FF2C73-F726-4296-949C-7A85934C1865}" type="presParOf" srcId="{F05F6DE1-06F7-4AA2-9448-4FD3EAAE8D78}" destId="{E383F41D-BFA4-45D7-9F79-AA359BBC70FC}" srcOrd="0" destOrd="0" presId="urn:microsoft.com/office/officeart/2018/2/layout/IconCircleList"/>
    <dgm:cxn modelId="{890FC499-A8C1-48BD-A8A6-6CE776A934EE}" type="presParOf" srcId="{E383F41D-BFA4-45D7-9F79-AA359BBC70FC}" destId="{4BE92EC9-387E-4265-BE6F-1F179118EF8E}" srcOrd="0" destOrd="0" presId="urn:microsoft.com/office/officeart/2018/2/layout/IconCircleList"/>
    <dgm:cxn modelId="{5D5BFDEA-5571-4A3F-B26B-AED98CAEDCBC}" type="presParOf" srcId="{4BE92EC9-387E-4265-BE6F-1F179118EF8E}" destId="{30344811-1D24-48E7-AB0E-FAD965794200}" srcOrd="0" destOrd="0" presId="urn:microsoft.com/office/officeart/2018/2/layout/IconCircleList"/>
    <dgm:cxn modelId="{60139EAF-9A6D-4371-B142-0AA9B81121FA}" type="presParOf" srcId="{4BE92EC9-387E-4265-BE6F-1F179118EF8E}" destId="{0C8AB6E5-1D28-4773-9D6D-B6E93E45FD5D}" srcOrd="1" destOrd="0" presId="urn:microsoft.com/office/officeart/2018/2/layout/IconCircleList"/>
    <dgm:cxn modelId="{299E2895-DEEC-49D4-BA11-F19FFAD141FF}" type="presParOf" srcId="{4BE92EC9-387E-4265-BE6F-1F179118EF8E}" destId="{971904DE-5665-4DB5-91FA-50D1B401FB9F}" srcOrd="2" destOrd="0" presId="urn:microsoft.com/office/officeart/2018/2/layout/IconCircleList"/>
    <dgm:cxn modelId="{3C4C4646-DA8C-458E-8872-B371E2DB4BBD}" type="presParOf" srcId="{4BE92EC9-387E-4265-BE6F-1F179118EF8E}" destId="{C863E99C-84CB-448A-8688-CEB6FB3AEAA5}" srcOrd="3" destOrd="0" presId="urn:microsoft.com/office/officeart/2018/2/layout/IconCircleList"/>
    <dgm:cxn modelId="{24D4D8C7-1543-48A7-8E92-B00855528F15}" type="presParOf" srcId="{E383F41D-BFA4-45D7-9F79-AA359BBC70FC}" destId="{77D21493-C26D-41E6-BF3D-893BC1997529}" srcOrd="1" destOrd="0" presId="urn:microsoft.com/office/officeart/2018/2/layout/IconCircleList"/>
    <dgm:cxn modelId="{B70E7ECE-AF1A-46F5-BAE5-9F17D21C6312}" type="presParOf" srcId="{E383F41D-BFA4-45D7-9F79-AA359BBC70FC}" destId="{E3E333F9-03CC-457D-A9B6-1A5323792764}" srcOrd="2" destOrd="0" presId="urn:microsoft.com/office/officeart/2018/2/layout/IconCircleList"/>
    <dgm:cxn modelId="{75D869C2-56CF-48FA-9D30-B7570AC0D3C1}" type="presParOf" srcId="{E3E333F9-03CC-457D-A9B6-1A5323792764}" destId="{E2180CAE-9D9F-4B31-BA38-44C870D38DFA}" srcOrd="0" destOrd="0" presId="urn:microsoft.com/office/officeart/2018/2/layout/IconCircleList"/>
    <dgm:cxn modelId="{0D3B9091-6DFC-480C-8F3A-0ECBB8D2F9A7}" type="presParOf" srcId="{E3E333F9-03CC-457D-A9B6-1A5323792764}" destId="{4C4C0F83-FEB6-45A4-B2DA-64138DA3E2D6}" srcOrd="1" destOrd="0" presId="urn:microsoft.com/office/officeart/2018/2/layout/IconCircleList"/>
    <dgm:cxn modelId="{C068AA96-6F5D-4FF7-92BF-45DFB81E3CA0}" type="presParOf" srcId="{E3E333F9-03CC-457D-A9B6-1A5323792764}" destId="{509FB0BD-14AF-4D0F-B554-4F2FF0B47960}" srcOrd="2" destOrd="0" presId="urn:microsoft.com/office/officeart/2018/2/layout/IconCircleList"/>
    <dgm:cxn modelId="{AE88C19E-EC9B-4024-954A-9CD7F697DDDD}" type="presParOf" srcId="{E3E333F9-03CC-457D-A9B6-1A5323792764}" destId="{2A2A701F-CF91-4F0F-8576-D92BCFEB451E}" srcOrd="3" destOrd="0" presId="urn:microsoft.com/office/officeart/2018/2/layout/IconCircleList"/>
    <dgm:cxn modelId="{6FF4EDEA-AD89-462B-9F11-D3DC99B90933}" type="presParOf" srcId="{E383F41D-BFA4-45D7-9F79-AA359BBC70FC}" destId="{83617E4B-D998-4615-937B-D212073BBE6C}" srcOrd="3" destOrd="0" presId="urn:microsoft.com/office/officeart/2018/2/layout/IconCircleList"/>
    <dgm:cxn modelId="{BDA0DCD7-1474-4E08-8459-6807A871C67D}" type="presParOf" srcId="{E383F41D-BFA4-45D7-9F79-AA359BBC70FC}" destId="{2FEFB7F4-3D25-4285-9243-35079E00E251}" srcOrd="4" destOrd="0" presId="urn:microsoft.com/office/officeart/2018/2/layout/IconCircleList"/>
    <dgm:cxn modelId="{34EAF5D4-D875-41DB-B7EB-308A9A4D510C}" type="presParOf" srcId="{2FEFB7F4-3D25-4285-9243-35079E00E251}" destId="{A397E27C-7919-43EA-8226-8016BB5B0319}" srcOrd="0" destOrd="0" presId="urn:microsoft.com/office/officeart/2018/2/layout/IconCircleList"/>
    <dgm:cxn modelId="{0AD5217E-BB4D-4F89-8E09-9EC97D2159A9}" type="presParOf" srcId="{2FEFB7F4-3D25-4285-9243-35079E00E251}" destId="{2B76629F-34F5-4A43-8347-62442EFDB4C0}" srcOrd="1" destOrd="0" presId="urn:microsoft.com/office/officeart/2018/2/layout/IconCircleList"/>
    <dgm:cxn modelId="{AA91B886-230A-4958-8545-6CED97B47527}" type="presParOf" srcId="{2FEFB7F4-3D25-4285-9243-35079E00E251}" destId="{0018485B-E808-4270-8BD6-66CF910B80FD}" srcOrd="2" destOrd="0" presId="urn:microsoft.com/office/officeart/2018/2/layout/IconCircleList"/>
    <dgm:cxn modelId="{F92CE8CC-0851-4F80-BF3D-EF46AD548242}" type="presParOf" srcId="{2FEFB7F4-3D25-4285-9243-35079E00E251}" destId="{19B45E84-1C75-4B01-B079-DBAF077F67FE}" srcOrd="3" destOrd="0" presId="urn:microsoft.com/office/officeart/2018/2/layout/IconCircleList"/>
    <dgm:cxn modelId="{498AAA1D-D366-4671-BAFC-672B5447755D}" type="presParOf" srcId="{E383F41D-BFA4-45D7-9F79-AA359BBC70FC}" destId="{705921CD-9171-43E7-B094-EEBC8202D6FA}" srcOrd="5" destOrd="0" presId="urn:microsoft.com/office/officeart/2018/2/layout/IconCircleList"/>
    <dgm:cxn modelId="{B641273E-5283-446B-9CF2-740BA349E423}" type="presParOf" srcId="{E383F41D-BFA4-45D7-9F79-AA359BBC70FC}" destId="{807695AE-F3D1-463D-92F6-7AD3E04CCF35}" srcOrd="6" destOrd="0" presId="urn:microsoft.com/office/officeart/2018/2/layout/IconCircleList"/>
    <dgm:cxn modelId="{855CB827-7095-4598-8DD5-556B6ED0D318}" type="presParOf" srcId="{807695AE-F3D1-463D-92F6-7AD3E04CCF35}" destId="{52B9C1E8-3C9C-43F7-8E07-BE9C281CBE1E}" srcOrd="0" destOrd="0" presId="urn:microsoft.com/office/officeart/2018/2/layout/IconCircleList"/>
    <dgm:cxn modelId="{66485EBD-84E0-4F6D-9F9E-DF1349F6CD56}" type="presParOf" srcId="{807695AE-F3D1-463D-92F6-7AD3E04CCF35}" destId="{2077C6EF-A623-4B5A-9E6B-35814CB1B87F}" srcOrd="1" destOrd="0" presId="urn:microsoft.com/office/officeart/2018/2/layout/IconCircleList"/>
    <dgm:cxn modelId="{1F2B5A88-13A9-41E9-8472-417BB816AF41}" type="presParOf" srcId="{807695AE-F3D1-463D-92F6-7AD3E04CCF35}" destId="{65125D18-8DB0-4103-9A66-CC0F88F5223C}" srcOrd="2" destOrd="0" presId="urn:microsoft.com/office/officeart/2018/2/layout/IconCircleList"/>
    <dgm:cxn modelId="{3B44F2AB-907C-45AA-B8E9-F038CDF86B9B}" type="presParOf" srcId="{807695AE-F3D1-463D-92F6-7AD3E04CCF35}" destId="{3CC12F07-22F7-465B-99E2-E7472F6D60A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1F647A-07BE-4106-890D-C0CFDD7A9D97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D4DA8B-EBF0-4010-95F1-1376AD68F76B}">
      <dgm:prSet/>
      <dgm:spPr/>
      <dgm:t>
        <a:bodyPr/>
        <a:lstStyle/>
        <a:p>
          <a:r>
            <a:rPr lang="en-US"/>
            <a:t>The Wireshark packets are stored in .pcapng files</a:t>
          </a:r>
        </a:p>
      </dgm:t>
    </dgm:pt>
    <dgm:pt modelId="{9C9AB1A1-8C47-4D68-B6B5-067A69F2AED3}" type="parTrans" cxnId="{F947C552-0D11-47AC-A6D4-646AFB5BC8C2}">
      <dgm:prSet/>
      <dgm:spPr/>
      <dgm:t>
        <a:bodyPr/>
        <a:lstStyle/>
        <a:p>
          <a:endParaRPr lang="en-US"/>
        </a:p>
      </dgm:t>
    </dgm:pt>
    <dgm:pt modelId="{68AD657B-066A-4FC5-9B9D-36BF53956140}" type="sibTrans" cxnId="{F947C552-0D11-47AC-A6D4-646AFB5BC8C2}">
      <dgm:prSet/>
      <dgm:spPr/>
      <dgm:t>
        <a:bodyPr/>
        <a:lstStyle/>
        <a:p>
          <a:endParaRPr lang="en-US"/>
        </a:p>
      </dgm:t>
    </dgm:pt>
    <dgm:pt modelId="{C85B3743-6164-4988-9947-4254C8C32879}">
      <dgm:prSet/>
      <dgm:spPr/>
      <dgm:t>
        <a:bodyPr/>
        <a:lstStyle/>
        <a:p>
          <a:r>
            <a:rPr lang="en-US"/>
            <a:t>PCAP files are the universal format for storing network packet data</a:t>
          </a:r>
        </a:p>
      </dgm:t>
    </dgm:pt>
    <dgm:pt modelId="{FB769CE7-E57F-4A47-A504-63E742D7625E}" type="parTrans" cxnId="{5A9BC40B-BC7C-4338-998D-78A5B95CA928}">
      <dgm:prSet/>
      <dgm:spPr/>
      <dgm:t>
        <a:bodyPr/>
        <a:lstStyle/>
        <a:p>
          <a:endParaRPr lang="en-US"/>
        </a:p>
      </dgm:t>
    </dgm:pt>
    <dgm:pt modelId="{90B4D772-34FC-435B-9A17-1514F7CBFF35}" type="sibTrans" cxnId="{5A9BC40B-BC7C-4338-998D-78A5B95CA928}">
      <dgm:prSet/>
      <dgm:spPr/>
      <dgm:t>
        <a:bodyPr/>
        <a:lstStyle/>
        <a:p>
          <a:endParaRPr lang="en-US"/>
        </a:p>
      </dgm:t>
    </dgm:pt>
    <dgm:pt modelId="{BC203781-B5C2-42E3-80F2-0E79DD297D42}">
      <dgm:prSet/>
      <dgm:spPr/>
      <dgm:t>
        <a:bodyPr/>
        <a:lstStyle/>
        <a:p>
          <a:r>
            <a:rPr lang="en-US"/>
            <a:t>The ng that is added stands for “next-generation,” which is a newer format that is modular, more flexible, and stores more data</a:t>
          </a:r>
        </a:p>
      </dgm:t>
    </dgm:pt>
    <dgm:pt modelId="{7F1ADB5B-3A51-4F36-B6DD-BFA6A973258D}" type="parTrans" cxnId="{A9F5B88C-9A7B-46E7-B9C2-3812A46CD92E}">
      <dgm:prSet/>
      <dgm:spPr/>
      <dgm:t>
        <a:bodyPr/>
        <a:lstStyle/>
        <a:p>
          <a:endParaRPr lang="en-US"/>
        </a:p>
      </dgm:t>
    </dgm:pt>
    <dgm:pt modelId="{BE231046-7CB8-4D8B-9384-9BAD15C9E546}" type="sibTrans" cxnId="{A9F5B88C-9A7B-46E7-B9C2-3812A46CD92E}">
      <dgm:prSet/>
      <dgm:spPr/>
      <dgm:t>
        <a:bodyPr/>
        <a:lstStyle/>
        <a:p>
          <a:endParaRPr lang="en-US"/>
        </a:p>
      </dgm:t>
    </dgm:pt>
    <dgm:pt modelId="{5C066395-EFB1-42AF-A302-FD15D0AF8A29}" type="pres">
      <dgm:prSet presAssocID="{2B1F647A-07BE-4106-890D-C0CFDD7A9D9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F46C0C-DC4D-4646-B064-CED2D6D9CF56}" type="pres">
      <dgm:prSet presAssocID="{54D4DA8B-EBF0-4010-95F1-1376AD68F76B}" presName="root" presStyleCnt="0"/>
      <dgm:spPr/>
    </dgm:pt>
    <dgm:pt modelId="{D77AFAB0-4BDE-49AB-BA03-66577899BAE7}" type="pres">
      <dgm:prSet presAssocID="{54D4DA8B-EBF0-4010-95F1-1376AD68F76B}" presName="rootComposite" presStyleCnt="0"/>
      <dgm:spPr/>
    </dgm:pt>
    <dgm:pt modelId="{6D2D3B80-99BF-4E90-9D03-A7F68533B4A8}" type="pres">
      <dgm:prSet presAssocID="{54D4DA8B-EBF0-4010-95F1-1376AD68F76B}" presName="rootText" presStyleLbl="node1" presStyleIdx="0" presStyleCnt="3"/>
      <dgm:spPr/>
    </dgm:pt>
    <dgm:pt modelId="{6EC00866-BE54-4404-B0C5-6CE943D73183}" type="pres">
      <dgm:prSet presAssocID="{54D4DA8B-EBF0-4010-95F1-1376AD68F76B}" presName="rootConnector" presStyleLbl="node1" presStyleIdx="0" presStyleCnt="3"/>
      <dgm:spPr/>
    </dgm:pt>
    <dgm:pt modelId="{9105506E-E7A7-4808-919A-8058683815ED}" type="pres">
      <dgm:prSet presAssocID="{54D4DA8B-EBF0-4010-95F1-1376AD68F76B}" presName="childShape" presStyleCnt="0"/>
      <dgm:spPr/>
    </dgm:pt>
    <dgm:pt modelId="{75FC6FE1-87CF-47CD-9EB1-96234F69496B}" type="pres">
      <dgm:prSet presAssocID="{C85B3743-6164-4988-9947-4254C8C32879}" presName="root" presStyleCnt="0"/>
      <dgm:spPr/>
    </dgm:pt>
    <dgm:pt modelId="{BA9F56D9-F23A-4CEC-BE6F-77CF6C90316B}" type="pres">
      <dgm:prSet presAssocID="{C85B3743-6164-4988-9947-4254C8C32879}" presName="rootComposite" presStyleCnt="0"/>
      <dgm:spPr/>
    </dgm:pt>
    <dgm:pt modelId="{CE9F7A63-3452-4EA2-A3DB-61CA350FC95D}" type="pres">
      <dgm:prSet presAssocID="{C85B3743-6164-4988-9947-4254C8C32879}" presName="rootText" presStyleLbl="node1" presStyleIdx="1" presStyleCnt="3"/>
      <dgm:spPr/>
    </dgm:pt>
    <dgm:pt modelId="{2B834403-8FBA-4014-AF86-7F62DBAFD7AB}" type="pres">
      <dgm:prSet presAssocID="{C85B3743-6164-4988-9947-4254C8C32879}" presName="rootConnector" presStyleLbl="node1" presStyleIdx="1" presStyleCnt="3"/>
      <dgm:spPr/>
    </dgm:pt>
    <dgm:pt modelId="{DF8011D5-069F-4919-965D-3E8FAE471FF6}" type="pres">
      <dgm:prSet presAssocID="{C85B3743-6164-4988-9947-4254C8C32879}" presName="childShape" presStyleCnt="0"/>
      <dgm:spPr/>
    </dgm:pt>
    <dgm:pt modelId="{B8B75B56-7486-4779-AE17-E2313F4CF50B}" type="pres">
      <dgm:prSet presAssocID="{BC203781-B5C2-42E3-80F2-0E79DD297D42}" presName="root" presStyleCnt="0"/>
      <dgm:spPr/>
    </dgm:pt>
    <dgm:pt modelId="{6BED125D-E15A-4051-9DC3-08AFDFC28CAF}" type="pres">
      <dgm:prSet presAssocID="{BC203781-B5C2-42E3-80F2-0E79DD297D42}" presName="rootComposite" presStyleCnt="0"/>
      <dgm:spPr/>
    </dgm:pt>
    <dgm:pt modelId="{FB36BB14-5E98-42E9-8511-51B644EB736B}" type="pres">
      <dgm:prSet presAssocID="{BC203781-B5C2-42E3-80F2-0E79DD297D42}" presName="rootText" presStyleLbl="node1" presStyleIdx="2" presStyleCnt="3"/>
      <dgm:spPr/>
    </dgm:pt>
    <dgm:pt modelId="{C0A46D99-6FB0-44EF-A1B6-98B7C10F9F16}" type="pres">
      <dgm:prSet presAssocID="{BC203781-B5C2-42E3-80F2-0E79DD297D42}" presName="rootConnector" presStyleLbl="node1" presStyleIdx="2" presStyleCnt="3"/>
      <dgm:spPr/>
    </dgm:pt>
    <dgm:pt modelId="{A717C77D-9C8A-4583-AB29-2281D1BF4FCC}" type="pres">
      <dgm:prSet presAssocID="{BC203781-B5C2-42E3-80F2-0E79DD297D42}" presName="childShape" presStyleCnt="0"/>
      <dgm:spPr/>
    </dgm:pt>
  </dgm:ptLst>
  <dgm:cxnLst>
    <dgm:cxn modelId="{5A9BC40B-BC7C-4338-998D-78A5B95CA928}" srcId="{2B1F647A-07BE-4106-890D-C0CFDD7A9D97}" destId="{C85B3743-6164-4988-9947-4254C8C32879}" srcOrd="1" destOrd="0" parTransId="{FB769CE7-E57F-4A47-A504-63E742D7625E}" sibTransId="{90B4D772-34FC-435B-9A17-1514F7CBFF35}"/>
    <dgm:cxn modelId="{7DF1333C-7D7D-4C1E-8EB9-7668BED864CB}" type="presOf" srcId="{54D4DA8B-EBF0-4010-95F1-1376AD68F76B}" destId="{6D2D3B80-99BF-4E90-9D03-A7F68533B4A8}" srcOrd="0" destOrd="0" presId="urn:microsoft.com/office/officeart/2005/8/layout/hierarchy3"/>
    <dgm:cxn modelId="{5CA60540-26F2-486E-AD29-D9F71D51BED6}" type="presOf" srcId="{BC203781-B5C2-42E3-80F2-0E79DD297D42}" destId="{FB36BB14-5E98-42E9-8511-51B644EB736B}" srcOrd="0" destOrd="0" presId="urn:microsoft.com/office/officeart/2005/8/layout/hierarchy3"/>
    <dgm:cxn modelId="{3D36E442-6A9D-469D-9323-06409B8B8D52}" type="presOf" srcId="{BC203781-B5C2-42E3-80F2-0E79DD297D42}" destId="{C0A46D99-6FB0-44EF-A1B6-98B7C10F9F16}" srcOrd="1" destOrd="0" presId="urn:microsoft.com/office/officeart/2005/8/layout/hierarchy3"/>
    <dgm:cxn modelId="{F947C552-0D11-47AC-A6D4-646AFB5BC8C2}" srcId="{2B1F647A-07BE-4106-890D-C0CFDD7A9D97}" destId="{54D4DA8B-EBF0-4010-95F1-1376AD68F76B}" srcOrd="0" destOrd="0" parTransId="{9C9AB1A1-8C47-4D68-B6B5-067A69F2AED3}" sibTransId="{68AD657B-066A-4FC5-9B9D-36BF53956140}"/>
    <dgm:cxn modelId="{A9F5B88C-9A7B-46E7-B9C2-3812A46CD92E}" srcId="{2B1F647A-07BE-4106-890D-C0CFDD7A9D97}" destId="{BC203781-B5C2-42E3-80F2-0E79DD297D42}" srcOrd="2" destOrd="0" parTransId="{7F1ADB5B-3A51-4F36-B6DD-BFA6A973258D}" sibTransId="{BE231046-7CB8-4D8B-9384-9BAD15C9E546}"/>
    <dgm:cxn modelId="{DE84A5A2-9062-4D4E-8168-C506A6ADAF43}" type="presOf" srcId="{C85B3743-6164-4988-9947-4254C8C32879}" destId="{2B834403-8FBA-4014-AF86-7F62DBAFD7AB}" srcOrd="1" destOrd="0" presId="urn:microsoft.com/office/officeart/2005/8/layout/hierarchy3"/>
    <dgm:cxn modelId="{792CE2A6-B063-4630-816E-298022CC384B}" type="presOf" srcId="{2B1F647A-07BE-4106-890D-C0CFDD7A9D97}" destId="{5C066395-EFB1-42AF-A302-FD15D0AF8A29}" srcOrd="0" destOrd="0" presId="urn:microsoft.com/office/officeart/2005/8/layout/hierarchy3"/>
    <dgm:cxn modelId="{7810BAB8-8D4F-452A-8447-D282D2872555}" type="presOf" srcId="{54D4DA8B-EBF0-4010-95F1-1376AD68F76B}" destId="{6EC00866-BE54-4404-B0C5-6CE943D73183}" srcOrd="1" destOrd="0" presId="urn:microsoft.com/office/officeart/2005/8/layout/hierarchy3"/>
    <dgm:cxn modelId="{2E0CDBF2-2793-4FE6-92F0-1F802B1BBD7F}" type="presOf" srcId="{C85B3743-6164-4988-9947-4254C8C32879}" destId="{CE9F7A63-3452-4EA2-A3DB-61CA350FC95D}" srcOrd="0" destOrd="0" presId="urn:microsoft.com/office/officeart/2005/8/layout/hierarchy3"/>
    <dgm:cxn modelId="{5D0BAE50-9220-47B9-BF66-FB6B8566CF1B}" type="presParOf" srcId="{5C066395-EFB1-42AF-A302-FD15D0AF8A29}" destId="{7BF46C0C-DC4D-4646-B064-CED2D6D9CF56}" srcOrd="0" destOrd="0" presId="urn:microsoft.com/office/officeart/2005/8/layout/hierarchy3"/>
    <dgm:cxn modelId="{061EB04D-2F34-4CC9-AB3B-B8C63C78B264}" type="presParOf" srcId="{7BF46C0C-DC4D-4646-B064-CED2D6D9CF56}" destId="{D77AFAB0-4BDE-49AB-BA03-66577899BAE7}" srcOrd="0" destOrd="0" presId="urn:microsoft.com/office/officeart/2005/8/layout/hierarchy3"/>
    <dgm:cxn modelId="{724D75A8-1134-4823-AB1A-522FE6C8F2B6}" type="presParOf" srcId="{D77AFAB0-4BDE-49AB-BA03-66577899BAE7}" destId="{6D2D3B80-99BF-4E90-9D03-A7F68533B4A8}" srcOrd="0" destOrd="0" presId="urn:microsoft.com/office/officeart/2005/8/layout/hierarchy3"/>
    <dgm:cxn modelId="{4291AC78-188D-458D-A656-7A2D95C54304}" type="presParOf" srcId="{D77AFAB0-4BDE-49AB-BA03-66577899BAE7}" destId="{6EC00866-BE54-4404-B0C5-6CE943D73183}" srcOrd="1" destOrd="0" presId="urn:microsoft.com/office/officeart/2005/8/layout/hierarchy3"/>
    <dgm:cxn modelId="{85DA8F2E-6786-4E1C-BCB0-9CE658B546F7}" type="presParOf" srcId="{7BF46C0C-DC4D-4646-B064-CED2D6D9CF56}" destId="{9105506E-E7A7-4808-919A-8058683815ED}" srcOrd="1" destOrd="0" presId="urn:microsoft.com/office/officeart/2005/8/layout/hierarchy3"/>
    <dgm:cxn modelId="{33B91A37-31C0-48BB-B90E-FF9E7B4FA604}" type="presParOf" srcId="{5C066395-EFB1-42AF-A302-FD15D0AF8A29}" destId="{75FC6FE1-87CF-47CD-9EB1-96234F69496B}" srcOrd="1" destOrd="0" presId="urn:microsoft.com/office/officeart/2005/8/layout/hierarchy3"/>
    <dgm:cxn modelId="{4931259B-B649-4B0C-BC3F-0BE70A6935CC}" type="presParOf" srcId="{75FC6FE1-87CF-47CD-9EB1-96234F69496B}" destId="{BA9F56D9-F23A-4CEC-BE6F-77CF6C90316B}" srcOrd="0" destOrd="0" presId="urn:microsoft.com/office/officeart/2005/8/layout/hierarchy3"/>
    <dgm:cxn modelId="{94E1DAB3-304B-42FE-A72D-421062FE8100}" type="presParOf" srcId="{BA9F56D9-F23A-4CEC-BE6F-77CF6C90316B}" destId="{CE9F7A63-3452-4EA2-A3DB-61CA350FC95D}" srcOrd="0" destOrd="0" presId="urn:microsoft.com/office/officeart/2005/8/layout/hierarchy3"/>
    <dgm:cxn modelId="{42D0E7D6-FEA0-4AE0-806C-1AAF37BD9C50}" type="presParOf" srcId="{BA9F56D9-F23A-4CEC-BE6F-77CF6C90316B}" destId="{2B834403-8FBA-4014-AF86-7F62DBAFD7AB}" srcOrd="1" destOrd="0" presId="urn:microsoft.com/office/officeart/2005/8/layout/hierarchy3"/>
    <dgm:cxn modelId="{FAAA4A42-DECD-4559-A4E8-9C0E54C85B18}" type="presParOf" srcId="{75FC6FE1-87CF-47CD-9EB1-96234F69496B}" destId="{DF8011D5-069F-4919-965D-3E8FAE471FF6}" srcOrd="1" destOrd="0" presId="urn:microsoft.com/office/officeart/2005/8/layout/hierarchy3"/>
    <dgm:cxn modelId="{0629AC18-0B1D-4094-BF2C-E776C744D4B5}" type="presParOf" srcId="{5C066395-EFB1-42AF-A302-FD15D0AF8A29}" destId="{B8B75B56-7486-4779-AE17-E2313F4CF50B}" srcOrd="2" destOrd="0" presId="urn:microsoft.com/office/officeart/2005/8/layout/hierarchy3"/>
    <dgm:cxn modelId="{32BB382F-1768-4E5A-9139-03019FA19178}" type="presParOf" srcId="{B8B75B56-7486-4779-AE17-E2313F4CF50B}" destId="{6BED125D-E15A-4051-9DC3-08AFDFC28CAF}" srcOrd="0" destOrd="0" presId="urn:microsoft.com/office/officeart/2005/8/layout/hierarchy3"/>
    <dgm:cxn modelId="{F92D98A9-842C-4489-9AED-57572859D577}" type="presParOf" srcId="{6BED125D-E15A-4051-9DC3-08AFDFC28CAF}" destId="{FB36BB14-5E98-42E9-8511-51B644EB736B}" srcOrd="0" destOrd="0" presId="urn:microsoft.com/office/officeart/2005/8/layout/hierarchy3"/>
    <dgm:cxn modelId="{A15D8508-6ACF-4B2F-B5F6-465FF39265A1}" type="presParOf" srcId="{6BED125D-E15A-4051-9DC3-08AFDFC28CAF}" destId="{C0A46D99-6FB0-44EF-A1B6-98B7C10F9F16}" srcOrd="1" destOrd="0" presId="urn:microsoft.com/office/officeart/2005/8/layout/hierarchy3"/>
    <dgm:cxn modelId="{B868A517-C7FB-4287-9471-D91B56A9CAD8}" type="presParOf" srcId="{B8B75B56-7486-4779-AE17-E2313F4CF50B}" destId="{A717C77D-9C8A-4583-AB29-2281D1BF4FC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C3DD73-6BAF-434C-BBC7-3B127B831D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1CC51E-FB87-41AD-A17F-49ADD8757539}">
      <dgm:prSet/>
      <dgm:spPr/>
      <dgm:t>
        <a:bodyPr/>
        <a:lstStyle/>
        <a:p>
          <a:r>
            <a:rPr lang="en-US"/>
            <a:t>The packet is 111 bytes long. It has four layers</a:t>
          </a:r>
        </a:p>
      </dgm:t>
    </dgm:pt>
    <dgm:pt modelId="{8B7FFA42-7187-4790-A9E6-2C62BC1A829E}" type="parTrans" cxnId="{3FC2CA06-689B-46B4-A473-B3BA3665A28D}">
      <dgm:prSet/>
      <dgm:spPr/>
      <dgm:t>
        <a:bodyPr/>
        <a:lstStyle/>
        <a:p>
          <a:endParaRPr lang="en-US"/>
        </a:p>
      </dgm:t>
    </dgm:pt>
    <dgm:pt modelId="{F7E9318E-5EF7-4889-82B8-EE45D9A0CBC8}" type="sibTrans" cxnId="{3FC2CA06-689B-46B4-A473-B3BA3665A28D}">
      <dgm:prSet/>
      <dgm:spPr/>
      <dgm:t>
        <a:bodyPr/>
        <a:lstStyle/>
        <a:p>
          <a:endParaRPr lang="en-US"/>
        </a:p>
      </dgm:t>
    </dgm:pt>
    <dgm:pt modelId="{C8FC1913-FD58-45E9-90EB-EF06DA425ECD}">
      <dgm:prSet/>
      <dgm:spPr/>
      <dgm:t>
        <a:bodyPr/>
        <a:lstStyle/>
        <a:p>
          <a:r>
            <a:rPr lang="en-US"/>
            <a:t>Layer ETH/Ethernet (Pictured): Shows physical MAC addresses. They identify hardware used on the local network</a:t>
          </a:r>
        </a:p>
      </dgm:t>
    </dgm:pt>
    <dgm:pt modelId="{1CB3E123-6B9D-462A-81A2-D6AA4D2EC83B}" type="parTrans" cxnId="{7933650A-8864-4584-B766-8B1F0AFD2C18}">
      <dgm:prSet/>
      <dgm:spPr/>
      <dgm:t>
        <a:bodyPr/>
        <a:lstStyle/>
        <a:p>
          <a:endParaRPr lang="en-US"/>
        </a:p>
      </dgm:t>
    </dgm:pt>
    <dgm:pt modelId="{C0281A47-8665-4951-98E2-C7486A8A5CEC}" type="sibTrans" cxnId="{7933650A-8864-4584-B766-8B1F0AFD2C18}">
      <dgm:prSet/>
      <dgm:spPr/>
      <dgm:t>
        <a:bodyPr/>
        <a:lstStyle/>
        <a:p>
          <a:endParaRPr lang="en-US"/>
        </a:p>
      </dgm:t>
    </dgm:pt>
    <dgm:pt modelId="{9C54FCCB-5DA0-4312-92AE-36BEC4EC562A}">
      <dgm:prSet/>
      <dgm:spPr/>
      <dgm:t>
        <a:bodyPr/>
        <a:lstStyle/>
        <a:p>
          <a:r>
            <a:rPr lang="en-US"/>
            <a:t>Layer IP/Internet Protocol (Pictured): Gives us the source and destination IP addresses, and the Don’t  Fragment means that the packet must arrive whole</a:t>
          </a:r>
        </a:p>
      </dgm:t>
    </dgm:pt>
    <dgm:pt modelId="{695AE41D-EE9C-4662-8A66-7AB9B37649A2}" type="parTrans" cxnId="{C0243D23-3564-4AE1-B11E-35F72E76AE5F}">
      <dgm:prSet/>
      <dgm:spPr/>
      <dgm:t>
        <a:bodyPr/>
        <a:lstStyle/>
        <a:p>
          <a:endParaRPr lang="en-US"/>
        </a:p>
      </dgm:t>
    </dgm:pt>
    <dgm:pt modelId="{FE0D2E11-8CCF-4073-B549-E72CE65C07DF}" type="sibTrans" cxnId="{C0243D23-3564-4AE1-B11E-35F72E76AE5F}">
      <dgm:prSet/>
      <dgm:spPr/>
      <dgm:t>
        <a:bodyPr/>
        <a:lstStyle/>
        <a:p>
          <a:endParaRPr lang="en-US"/>
        </a:p>
      </dgm:t>
    </dgm:pt>
    <dgm:pt modelId="{178DD6F1-5532-4807-8719-B6C9910D514B}">
      <dgm:prSet/>
      <dgm:spPr/>
      <dgm:t>
        <a:bodyPr/>
        <a:lstStyle/>
        <a:p>
          <a:r>
            <a:rPr lang="en-US"/>
            <a:t>Layer TCP/ Transmission Control Protocol: Shows the ports used to manage the connection. Shows that the web session is secure and the content is encrypted</a:t>
          </a:r>
        </a:p>
      </dgm:t>
    </dgm:pt>
    <dgm:pt modelId="{0B3992C9-C251-415D-82CC-E28B3D732F0D}" type="parTrans" cxnId="{AE25A33F-0126-400F-872E-0069D6756B49}">
      <dgm:prSet/>
      <dgm:spPr/>
      <dgm:t>
        <a:bodyPr/>
        <a:lstStyle/>
        <a:p>
          <a:endParaRPr lang="en-US"/>
        </a:p>
      </dgm:t>
    </dgm:pt>
    <dgm:pt modelId="{FE90AFEB-8954-4D3E-84EA-91B1EFC32235}" type="sibTrans" cxnId="{AE25A33F-0126-400F-872E-0069D6756B49}">
      <dgm:prSet/>
      <dgm:spPr/>
      <dgm:t>
        <a:bodyPr/>
        <a:lstStyle/>
        <a:p>
          <a:endParaRPr lang="en-US"/>
        </a:p>
      </dgm:t>
    </dgm:pt>
    <dgm:pt modelId="{5D6858D4-D970-421D-99E1-7207EB20CDF0}">
      <dgm:prSet/>
      <dgm:spPr/>
      <dgm:t>
        <a:bodyPr/>
        <a:lstStyle/>
        <a:p>
          <a:r>
            <a:rPr lang="en-US"/>
            <a:t>Layer TLS/Transport Layer Security: Encrypts the actual content. Application data is the data used by whatever applications the user is on. 52 bytes of encrypted data is good, likely because I went on Google, which has a secure HTTPS connection</a:t>
          </a:r>
        </a:p>
      </dgm:t>
    </dgm:pt>
    <dgm:pt modelId="{2B407354-3A9E-4861-91DF-2F843523399E}" type="parTrans" cxnId="{1BE042B2-B993-44A1-B8F6-58D7C7259CB4}">
      <dgm:prSet/>
      <dgm:spPr/>
      <dgm:t>
        <a:bodyPr/>
        <a:lstStyle/>
        <a:p>
          <a:endParaRPr lang="en-US"/>
        </a:p>
      </dgm:t>
    </dgm:pt>
    <dgm:pt modelId="{602344CF-75BB-4181-B063-31372736723D}" type="sibTrans" cxnId="{1BE042B2-B993-44A1-B8F6-58D7C7259CB4}">
      <dgm:prSet/>
      <dgm:spPr/>
      <dgm:t>
        <a:bodyPr/>
        <a:lstStyle/>
        <a:p>
          <a:endParaRPr lang="en-US"/>
        </a:p>
      </dgm:t>
    </dgm:pt>
    <dgm:pt modelId="{15C41040-CF98-40C2-87D8-E616CF6259B9}" type="pres">
      <dgm:prSet presAssocID="{E5C3DD73-6BAF-434C-BBC7-3B127B831DDB}" presName="linear" presStyleCnt="0">
        <dgm:presLayoutVars>
          <dgm:animLvl val="lvl"/>
          <dgm:resizeHandles val="exact"/>
        </dgm:presLayoutVars>
      </dgm:prSet>
      <dgm:spPr/>
    </dgm:pt>
    <dgm:pt modelId="{A8D3B46D-BFF4-43F2-9B44-B8366763D2AF}" type="pres">
      <dgm:prSet presAssocID="{441CC51E-FB87-41AD-A17F-49ADD875753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8F9E2E-A190-4AAF-B7D0-DE6A74D33318}" type="pres">
      <dgm:prSet presAssocID="{F7E9318E-5EF7-4889-82B8-EE45D9A0CBC8}" presName="spacer" presStyleCnt="0"/>
      <dgm:spPr/>
    </dgm:pt>
    <dgm:pt modelId="{0401D88D-7CAB-4442-A419-9EBE5DA29536}" type="pres">
      <dgm:prSet presAssocID="{C8FC1913-FD58-45E9-90EB-EF06DA425EC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895466D-A142-4D38-AEB1-673D6ED29FE2}" type="pres">
      <dgm:prSet presAssocID="{C0281A47-8665-4951-98E2-C7486A8A5CEC}" presName="spacer" presStyleCnt="0"/>
      <dgm:spPr/>
    </dgm:pt>
    <dgm:pt modelId="{BAAD3117-E25B-4DDA-A2E6-AEE288246E7B}" type="pres">
      <dgm:prSet presAssocID="{9C54FCCB-5DA0-4312-92AE-36BEC4EC562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82EA06-943B-4931-8854-6B59B30EA9B9}" type="pres">
      <dgm:prSet presAssocID="{FE0D2E11-8CCF-4073-B549-E72CE65C07DF}" presName="spacer" presStyleCnt="0"/>
      <dgm:spPr/>
    </dgm:pt>
    <dgm:pt modelId="{8D590BF1-59D9-4142-9818-BE0CA9CDDE91}" type="pres">
      <dgm:prSet presAssocID="{178DD6F1-5532-4807-8719-B6C9910D514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F5276A1-5CEB-4CBC-9C76-9483C1BC9F96}" type="pres">
      <dgm:prSet presAssocID="{FE90AFEB-8954-4D3E-84EA-91B1EFC32235}" presName="spacer" presStyleCnt="0"/>
      <dgm:spPr/>
    </dgm:pt>
    <dgm:pt modelId="{DE13D97E-08AC-4D34-9FC4-8979F4C07891}" type="pres">
      <dgm:prSet presAssocID="{5D6858D4-D970-421D-99E1-7207EB20CDF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FC2CA06-689B-46B4-A473-B3BA3665A28D}" srcId="{E5C3DD73-6BAF-434C-BBC7-3B127B831DDB}" destId="{441CC51E-FB87-41AD-A17F-49ADD8757539}" srcOrd="0" destOrd="0" parTransId="{8B7FFA42-7187-4790-A9E6-2C62BC1A829E}" sibTransId="{F7E9318E-5EF7-4889-82B8-EE45D9A0CBC8}"/>
    <dgm:cxn modelId="{7933650A-8864-4584-B766-8B1F0AFD2C18}" srcId="{E5C3DD73-6BAF-434C-BBC7-3B127B831DDB}" destId="{C8FC1913-FD58-45E9-90EB-EF06DA425ECD}" srcOrd="1" destOrd="0" parTransId="{1CB3E123-6B9D-462A-81A2-D6AA4D2EC83B}" sibTransId="{C0281A47-8665-4951-98E2-C7486A8A5CEC}"/>
    <dgm:cxn modelId="{8E7C2016-CFCB-4707-91E0-610EB2038903}" type="presOf" srcId="{E5C3DD73-6BAF-434C-BBC7-3B127B831DDB}" destId="{15C41040-CF98-40C2-87D8-E616CF6259B9}" srcOrd="0" destOrd="0" presId="urn:microsoft.com/office/officeart/2005/8/layout/vList2"/>
    <dgm:cxn modelId="{C0243D23-3564-4AE1-B11E-35F72E76AE5F}" srcId="{E5C3DD73-6BAF-434C-BBC7-3B127B831DDB}" destId="{9C54FCCB-5DA0-4312-92AE-36BEC4EC562A}" srcOrd="2" destOrd="0" parTransId="{695AE41D-EE9C-4662-8A66-7AB9B37649A2}" sibTransId="{FE0D2E11-8CCF-4073-B549-E72CE65C07DF}"/>
    <dgm:cxn modelId="{D83FF938-E4A4-401F-98CE-601382A9428C}" type="presOf" srcId="{C8FC1913-FD58-45E9-90EB-EF06DA425ECD}" destId="{0401D88D-7CAB-4442-A419-9EBE5DA29536}" srcOrd="0" destOrd="0" presId="urn:microsoft.com/office/officeart/2005/8/layout/vList2"/>
    <dgm:cxn modelId="{AE25A33F-0126-400F-872E-0069D6756B49}" srcId="{E5C3DD73-6BAF-434C-BBC7-3B127B831DDB}" destId="{178DD6F1-5532-4807-8719-B6C9910D514B}" srcOrd="3" destOrd="0" parTransId="{0B3992C9-C251-415D-82CC-E28B3D732F0D}" sibTransId="{FE90AFEB-8954-4D3E-84EA-91B1EFC32235}"/>
    <dgm:cxn modelId="{ACFFA184-5823-483A-9F7F-F159966C926A}" type="presOf" srcId="{178DD6F1-5532-4807-8719-B6C9910D514B}" destId="{8D590BF1-59D9-4142-9818-BE0CA9CDDE91}" srcOrd="0" destOrd="0" presId="urn:microsoft.com/office/officeart/2005/8/layout/vList2"/>
    <dgm:cxn modelId="{FABB85AB-265B-4FF6-93B6-0D6BF1D42A6D}" type="presOf" srcId="{441CC51E-FB87-41AD-A17F-49ADD8757539}" destId="{A8D3B46D-BFF4-43F2-9B44-B8366763D2AF}" srcOrd="0" destOrd="0" presId="urn:microsoft.com/office/officeart/2005/8/layout/vList2"/>
    <dgm:cxn modelId="{2E0D04B2-D5B4-4336-A183-13987B5C688F}" type="presOf" srcId="{5D6858D4-D970-421D-99E1-7207EB20CDF0}" destId="{DE13D97E-08AC-4D34-9FC4-8979F4C07891}" srcOrd="0" destOrd="0" presId="urn:microsoft.com/office/officeart/2005/8/layout/vList2"/>
    <dgm:cxn modelId="{1BE042B2-B993-44A1-B8F6-58D7C7259CB4}" srcId="{E5C3DD73-6BAF-434C-BBC7-3B127B831DDB}" destId="{5D6858D4-D970-421D-99E1-7207EB20CDF0}" srcOrd="4" destOrd="0" parTransId="{2B407354-3A9E-4861-91DF-2F843523399E}" sibTransId="{602344CF-75BB-4181-B063-31372736723D}"/>
    <dgm:cxn modelId="{01BB10FD-29E3-4F3F-BF33-1BED9A490907}" type="presOf" srcId="{9C54FCCB-5DA0-4312-92AE-36BEC4EC562A}" destId="{BAAD3117-E25B-4DDA-A2E6-AEE288246E7B}" srcOrd="0" destOrd="0" presId="urn:microsoft.com/office/officeart/2005/8/layout/vList2"/>
    <dgm:cxn modelId="{1C64D5EB-1434-4F5A-A202-0C7369E8766D}" type="presParOf" srcId="{15C41040-CF98-40C2-87D8-E616CF6259B9}" destId="{A8D3B46D-BFF4-43F2-9B44-B8366763D2AF}" srcOrd="0" destOrd="0" presId="urn:microsoft.com/office/officeart/2005/8/layout/vList2"/>
    <dgm:cxn modelId="{D131F6D1-42CE-4079-8789-54FBF9FB9119}" type="presParOf" srcId="{15C41040-CF98-40C2-87D8-E616CF6259B9}" destId="{148F9E2E-A190-4AAF-B7D0-DE6A74D33318}" srcOrd="1" destOrd="0" presId="urn:microsoft.com/office/officeart/2005/8/layout/vList2"/>
    <dgm:cxn modelId="{B5F146E9-A29F-4502-901B-407C031834C8}" type="presParOf" srcId="{15C41040-CF98-40C2-87D8-E616CF6259B9}" destId="{0401D88D-7CAB-4442-A419-9EBE5DA29536}" srcOrd="2" destOrd="0" presId="urn:microsoft.com/office/officeart/2005/8/layout/vList2"/>
    <dgm:cxn modelId="{D9484F0A-1ACE-453F-8C3D-5F2EE503A53B}" type="presParOf" srcId="{15C41040-CF98-40C2-87D8-E616CF6259B9}" destId="{A895466D-A142-4D38-AEB1-673D6ED29FE2}" srcOrd="3" destOrd="0" presId="urn:microsoft.com/office/officeart/2005/8/layout/vList2"/>
    <dgm:cxn modelId="{96809419-DC99-4094-A19F-5BC7DBD2DC73}" type="presParOf" srcId="{15C41040-CF98-40C2-87D8-E616CF6259B9}" destId="{BAAD3117-E25B-4DDA-A2E6-AEE288246E7B}" srcOrd="4" destOrd="0" presId="urn:microsoft.com/office/officeart/2005/8/layout/vList2"/>
    <dgm:cxn modelId="{FEB2924E-B28F-4F57-A250-5899A8CFA970}" type="presParOf" srcId="{15C41040-CF98-40C2-87D8-E616CF6259B9}" destId="{8182EA06-943B-4931-8854-6B59B30EA9B9}" srcOrd="5" destOrd="0" presId="urn:microsoft.com/office/officeart/2005/8/layout/vList2"/>
    <dgm:cxn modelId="{3E4C74C4-6077-4E11-8BE3-D0C29529EFDA}" type="presParOf" srcId="{15C41040-CF98-40C2-87D8-E616CF6259B9}" destId="{8D590BF1-59D9-4142-9818-BE0CA9CDDE91}" srcOrd="6" destOrd="0" presId="urn:microsoft.com/office/officeart/2005/8/layout/vList2"/>
    <dgm:cxn modelId="{B9E9498E-B782-4D3C-905B-4453EF817DE5}" type="presParOf" srcId="{15C41040-CF98-40C2-87D8-E616CF6259B9}" destId="{6F5276A1-5CEB-4CBC-9C76-9483C1BC9F96}" srcOrd="7" destOrd="0" presId="urn:microsoft.com/office/officeart/2005/8/layout/vList2"/>
    <dgm:cxn modelId="{58FB5DE9-2E58-4FDC-8F27-9BB5D1F2FB0C}" type="presParOf" srcId="{15C41040-CF98-40C2-87D8-E616CF6259B9}" destId="{DE13D97E-08AC-4D34-9FC4-8979F4C0789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080859-915E-4CF7-9C71-B384C7956EA9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979F8BF-3003-49E1-A5B1-36CBBA9D7050}">
      <dgm:prSet/>
      <dgm:spPr/>
      <dgm:t>
        <a:bodyPr/>
        <a:lstStyle/>
        <a:p>
          <a:r>
            <a:rPr lang="en-US"/>
            <a:t>Repeating Queries from Visiting Google is because of the many subdomains a global website like Google uses</a:t>
          </a:r>
        </a:p>
      </dgm:t>
    </dgm:pt>
    <dgm:pt modelId="{FBEBEA06-C8AC-4A6F-9578-4EA33437EA9A}" type="parTrans" cxnId="{5D750335-7FA5-4AFA-9630-70C48EBDCFCA}">
      <dgm:prSet/>
      <dgm:spPr/>
      <dgm:t>
        <a:bodyPr/>
        <a:lstStyle/>
        <a:p>
          <a:endParaRPr lang="en-US"/>
        </a:p>
      </dgm:t>
    </dgm:pt>
    <dgm:pt modelId="{B67DBD71-A809-4337-AC6A-ECDB0264B08C}" type="sibTrans" cxnId="{5D750335-7FA5-4AFA-9630-70C48EBDCFCA}">
      <dgm:prSet/>
      <dgm:spPr/>
      <dgm:t>
        <a:bodyPr/>
        <a:lstStyle/>
        <a:p>
          <a:endParaRPr lang="en-US"/>
        </a:p>
      </dgm:t>
    </dgm:pt>
    <dgm:pt modelId="{DFEF1CC7-3297-4BCA-9434-85E27BD93EE2}">
      <dgm:prSet/>
      <dgm:spPr/>
      <dgm:t>
        <a:bodyPr/>
        <a:lstStyle/>
        <a:p>
          <a:r>
            <a:rPr lang="en-US"/>
            <a:t>Because Google is global, IPs may point to many different locations, causing multiple IPs to be captured</a:t>
          </a:r>
        </a:p>
      </dgm:t>
    </dgm:pt>
    <dgm:pt modelId="{7790B18B-EF5B-4E5E-B686-957B354ED129}" type="parTrans" cxnId="{9E6EEB9B-9A78-434E-8316-11662136D4CE}">
      <dgm:prSet/>
      <dgm:spPr/>
      <dgm:t>
        <a:bodyPr/>
        <a:lstStyle/>
        <a:p>
          <a:endParaRPr lang="en-US"/>
        </a:p>
      </dgm:t>
    </dgm:pt>
    <dgm:pt modelId="{A8D393CF-C82B-42D1-8C31-4888F7A0E285}" type="sibTrans" cxnId="{9E6EEB9B-9A78-434E-8316-11662136D4CE}">
      <dgm:prSet/>
      <dgm:spPr/>
      <dgm:t>
        <a:bodyPr/>
        <a:lstStyle/>
        <a:p>
          <a:endParaRPr lang="en-US"/>
        </a:p>
      </dgm:t>
    </dgm:pt>
    <dgm:pt modelId="{674D6D64-4BDD-4FA5-9EB9-ABF026BBF533}">
      <dgm:prSet/>
      <dgm:spPr/>
      <dgm:t>
        <a:bodyPr/>
        <a:lstStyle/>
        <a:p>
          <a:r>
            <a:rPr lang="en-US"/>
            <a:t>Low TTLs for a major website like Google are used to optimize and improve performance</a:t>
          </a:r>
        </a:p>
      </dgm:t>
    </dgm:pt>
    <dgm:pt modelId="{E58DF9DA-BFAD-4166-BEFD-3CC378889453}" type="parTrans" cxnId="{8B4D31E4-6680-4DA3-86F5-C9B6E4CBE78C}">
      <dgm:prSet/>
      <dgm:spPr/>
      <dgm:t>
        <a:bodyPr/>
        <a:lstStyle/>
        <a:p>
          <a:endParaRPr lang="en-US"/>
        </a:p>
      </dgm:t>
    </dgm:pt>
    <dgm:pt modelId="{F99AB1B0-4D36-4337-ACF2-45035144D57C}" type="sibTrans" cxnId="{8B4D31E4-6680-4DA3-86F5-C9B6E4CBE78C}">
      <dgm:prSet/>
      <dgm:spPr/>
      <dgm:t>
        <a:bodyPr/>
        <a:lstStyle/>
        <a:p>
          <a:endParaRPr lang="en-US"/>
        </a:p>
      </dgm:t>
    </dgm:pt>
    <dgm:pt modelId="{C15C15C5-3903-4294-8360-9B737B495DEA}" type="pres">
      <dgm:prSet presAssocID="{FC080859-915E-4CF7-9C71-B384C7956E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F3D42C-62C1-4B67-8915-AC0270AF0F0D}" type="pres">
      <dgm:prSet presAssocID="{2979F8BF-3003-49E1-A5B1-36CBBA9D7050}" presName="hierRoot1" presStyleCnt="0"/>
      <dgm:spPr/>
    </dgm:pt>
    <dgm:pt modelId="{DB69DE87-3CAE-42DD-B66E-87E1E3313B31}" type="pres">
      <dgm:prSet presAssocID="{2979F8BF-3003-49E1-A5B1-36CBBA9D7050}" presName="composite" presStyleCnt="0"/>
      <dgm:spPr/>
    </dgm:pt>
    <dgm:pt modelId="{13F28135-3BEB-4A68-95CA-97E11EFDBCA8}" type="pres">
      <dgm:prSet presAssocID="{2979F8BF-3003-49E1-A5B1-36CBBA9D7050}" presName="background" presStyleLbl="node0" presStyleIdx="0" presStyleCnt="3"/>
      <dgm:spPr/>
    </dgm:pt>
    <dgm:pt modelId="{46BD3DA5-C624-4FF3-BC0F-AAC29756CD30}" type="pres">
      <dgm:prSet presAssocID="{2979F8BF-3003-49E1-A5B1-36CBBA9D7050}" presName="text" presStyleLbl="fgAcc0" presStyleIdx="0" presStyleCnt="3">
        <dgm:presLayoutVars>
          <dgm:chPref val="3"/>
        </dgm:presLayoutVars>
      </dgm:prSet>
      <dgm:spPr/>
    </dgm:pt>
    <dgm:pt modelId="{ED68F5BC-2B2A-4B2F-AD4C-384FA1BD506C}" type="pres">
      <dgm:prSet presAssocID="{2979F8BF-3003-49E1-A5B1-36CBBA9D7050}" presName="hierChild2" presStyleCnt="0"/>
      <dgm:spPr/>
    </dgm:pt>
    <dgm:pt modelId="{4185E1B4-A87B-422D-87B6-A9926F35BCAA}" type="pres">
      <dgm:prSet presAssocID="{DFEF1CC7-3297-4BCA-9434-85E27BD93EE2}" presName="hierRoot1" presStyleCnt="0"/>
      <dgm:spPr/>
    </dgm:pt>
    <dgm:pt modelId="{4E2847A7-FB36-48DC-AA46-65DEA3D4EA6E}" type="pres">
      <dgm:prSet presAssocID="{DFEF1CC7-3297-4BCA-9434-85E27BD93EE2}" presName="composite" presStyleCnt="0"/>
      <dgm:spPr/>
    </dgm:pt>
    <dgm:pt modelId="{902B08FE-8F13-48DE-A88D-F3B789125ED2}" type="pres">
      <dgm:prSet presAssocID="{DFEF1CC7-3297-4BCA-9434-85E27BD93EE2}" presName="background" presStyleLbl="node0" presStyleIdx="1" presStyleCnt="3"/>
      <dgm:spPr/>
    </dgm:pt>
    <dgm:pt modelId="{B6918392-F38E-4460-AED3-810140C96C0D}" type="pres">
      <dgm:prSet presAssocID="{DFEF1CC7-3297-4BCA-9434-85E27BD93EE2}" presName="text" presStyleLbl="fgAcc0" presStyleIdx="1" presStyleCnt="3">
        <dgm:presLayoutVars>
          <dgm:chPref val="3"/>
        </dgm:presLayoutVars>
      </dgm:prSet>
      <dgm:spPr/>
    </dgm:pt>
    <dgm:pt modelId="{5316399E-5941-4DF0-9803-539945E4ABC2}" type="pres">
      <dgm:prSet presAssocID="{DFEF1CC7-3297-4BCA-9434-85E27BD93EE2}" presName="hierChild2" presStyleCnt="0"/>
      <dgm:spPr/>
    </dgm:pt>
    <dgm:pt modelId="{B3D67D08-7596-444F-AF24-2A1BD74546AD}" type="pres">
      <dgm:prSet presAssocID="{674D6D64-4BDD-4FA5-9EB9-ABF026BBF533}" presName="hierRoot1" presStyleCnt="0"/>
      <dgm:spPr/>
    </dgm:pt>
    <dgm:pt modelId="{9E2616C5-8A86-4CD0-A524-8D7DC697CA29}" type="pres">
      <dgm:prSet presAssocID="{674D6D64-4BDD-4FA5-9EB9-ABF026BBF533}" presName="composite" presStyleCnt="0"/>
      <dgm:spPr/>
    </dgm:pt>
    <dgm:pt modelId="{1848982C-D3B7-466D-9F57-10EE8C0AA51F}" type="pres">
      <dgm:prSet presAssocID="{674D6D64-4BDD-4FA5-9EB9-ABF026BBF533}" presName="background" presStyleLbl="node0" presStyleIdx="2" presStyleCnt="3"/>
      <dgm:spPr/>
    </dgm:pt>
    <dgm:pt modelId="{F89A8934-C129-4238-8F84-CEE6C512FAD4}" type="pres">
      <dgm:prSet presAssocID="{674D6D64-4BDD-4FA5-9EB9-ABF026BBF533}" presName="text" presStyleLbl="fgAcc0" presStyleIdx="2" presStyleCnt="3">
        <dgm:presLayoutVars>
          <dgm:chPref val="3"/>
        </dgm:presLayoutVars>
      </dgm:prSet>
      <dgm:spPr/>
    </dgm:pt>
    <dgm:pt modelId="{0DE13F43-7834-488B-A80C-06B1124D1641}" type="pres">
      <dgm:prSet presAssocID="{674D6D64-4BDD-4FA5-9EB9-ABF026BBF533}" presName="hierChild2" presStyleCnt="0"/>
      <dgm:spPr/>
    </dgm:pt>
  </dgm:ptLst>
  <dgm:cxnLst>
    <dgm:cxn modelId="{0C43D027-6FFF-405A-9A48-6AE05AA9901F}" type="presOf" srcId="{2979F8BF-3003-49E1-A5B1-36CBBA9D7050}" destId="{46BD3DA5-C624-4FF3-BC0F-AAC29756CD30}" srcOrd="0" destOrd="0" presId="urn:microsoft.com/office/officeart/2005/8/layout/hierarchy1"/>
    <dgm:cxn modelId="{5D750335-7FA5-4AFA-9630-70C48EBDCFCA}" srcId="{FC080859-915E-4CF7-9C71-B384C7956EA9}" destId="{2979F8BF-3003-49E1-A5B1-36CBBA9D7050}" srcOrd="0" destOrd="0" parTransId="{FBEBEA06-C8AC-4A6F-9578-4EA33437EA9A}" sibTransId="{B67DBD71-A809-4337-AC6A-ECDB0264B08C}"/>
    <dgm:cxn modelId="{1F17F539-95A7-4535-9343-9A7BA41519C8}" type="presOf" srcId="{674D6D64-4BDD-4FA5-9EB9-ABF026BBF533}" destId="{F89A8934-C129-4238-8F84-CEE6C512FAD4}" srcOrd="0" destOrd="0" presId="urn:microsoft.com/office/officeart/2005/8/layout/hierarchy1"/>
    <dgm:cxn modelId="{9E6EEB9B-9A78-434E-8316-11662136D4CE}" srcId="{FC080859-915E-4CF7-9C71-B384C7956EA9}" destId="{DFEF1CC7-3297-4BCA-9434-85E27BD93EE2}" srcOrd="1" destOrd="0" parTransId="{7790B18B-EF5B-4E5E-B686-957B354ED129}" sibTransId="{A8D393CF-C82B-42D1-8C31-4888F7A0E285}"/>
    <dgm:cxn modelId="{C90BFFCE-2FED-490D-ACC6-C70AE2500039}" type="presOf" srcId="{FC080859-915E-4CF7-9C71-B384C7956EA9}" destId="{C15C15C5-3903-4294-8360-9B737B495DEA}" srcOrd="0" destOrd="0" presId="urn:microsoft.com/office/officeart/2005/8/layout/hierarchy1"/>
    <dgm:cxn modelId="{8B4D31E4-6680-4DA3-86F5-C9B6E4CBE78C}" srcId="{FC080859-915E-4CF7-9C71-B384C7956EA9}" destId="{674D6D64-4BDD-4FA5-9EB9-ABF026BBF533}" srcOrd="2" destOrd="0" parTransId="{E58DF9DA-BFAD-4166-BEFD-3CC378889453}" sibTransId="{F99AB1B0-4D36-4337-ACF2-45035144D57C}"/>
    <dgm:cxn modelId="{9F98F5FA-6EFF-4B73-B8FC-F88E9DC78C9C}" type="presOf" srcId="{DFEF1CC7-3297-4BCA-9434-85E27BD93EE2}" destId="{B6918392-F38E-4460-AED3-810140C96C0D}" srcOrd="0" destOrd="0" presId="urn:microsoft.com/office/officeart/2005/8/layout/hierarchy1"/>
    <dgm:cxn modelId="{EB34F7E7-8705-458B-970A-BE31A0A83D9B}" type="presParOf" srcId="{C15C15C5-3903-4294-8360-9B737B495DEA}" destId="{CEF3D42C-62C1-4B67-8915-AC0270AF0F0D}" srcOrd="0" destOrd="0" presId="urn:microsoft.com/office/officeart/2005/8/layout/hierarchy1"/>
    <dgm:cxn modelId="{0B1ABA50-D9D3-4079-8E60-2892F3C23504}" type="presParOf" srcId="{CEF3D42C-62C1-4B67-8915-AC0270AF0F0D}" destId="{DB69DE87-3CAE-42DD-B66E-87E1E3313B31}" srcOrd="0" destOrd="0" presId="urn:microsoft.com/office/officeart/2005/8/layout/hierarchy1"/>
    <dgm:cxn modelId="{8BDF882A-E28A-4742-99B7-A880E93D8E45}" type="presParOf" srcId="{DB69DE87-3CAE-42DD-B66E-87E1E3313B31}" destId="{13F28135-3BEB-4A68-95CA-97E11EFDBCA8}" srcOrd="0" destOrd="0" presId="urn:microsoft.com/office/officeart/2005/8/layout/hierarchy1"/>
    <dgm:cxn modelId="{B6CF12C3-B51A-4376-B9D2-7F86D251A29D}" type="presParOf" srcId="{DB69DE87-3CAE-42DD-B66E-87E1E3313B31}" destId="{46BD3DA5-C624-4FF3-BC0F-AAC29756CD30}" srcOrd="1" destOrd="0" presId="urn:microsoft.com/office/officeart/2005/8/layout/hierarchy1"/>
    <dgm:cxn modelId="{4A994822-F2B2-4FFA-8E48-84EB6CE48815}" type="presParOf" srcId="{CEF3D42C-62C1-4B67-8915-AC0270AF0F0D}" destId="{ED68F5BC-2B2A-4B2F-AD4C-384FA1BD506C}" srcOrd="1" destOrd="0" presId="urn:microsoft.com/office/officeart/2005/8/layout/hierarchy1"/>
    <dgm:cxn modelId="{5A5E6E8B-C954-4290-BF56-DE234A3CFAAD}" type="presParOf" srcId="{C15C15C5-3903-4294-8360-9B737B495DEA}" destId="{4185E1B4-A87B-422D-87B6-A9926F35BCAA}" srcOrd="1" destOrd="0" presId="urn:microsoft.com/office/officeart/2005/8/layout/hierarchy1"/>
    <dgm:cxn modelId="{2A293251-809B-4516-86AD-C59E7D9EB62C}" type="presParOf" srcId="{4185E1B4-A87B-422D-87B6-A9926F35BCAA}" destId="{4E2847A7-FB36-48DC-AA46-65DEA3D4EA6E}" srcOrd="0" destOrd="0" presId="urn:microsoft.com/office/officeart/2005/8/layout/hierarchy1"/>
    <dgm:cxn modelId="{239A42E5-4B34-45BA-9485-29E989480874}" type="presParOf" srcId="{4E2847A7-FB36-48DC-AA46-65DEA3D4EA6E}" destId="{902B08FE-8F13-48DE-A88D-F3B789125ED2}" srcOrd="0" destOrd="0" presId="urn:microsoft.com/office/officeart/2005/8/layout/hierarchy1"/>
    <dgm:cxn modelId="{BCC55930-D8C2-4653-ABAA-07C730C37010}" type="presParOf" srcId="{4E2847A7-FB36-48DC-AA46-65DEA3D4EA6E}" destId="{B6918392-F38E-4460-AED3-810140C96C0D}" srcOrd="1" destOrd="0" presId="urn:microsoft.com/office/officeart/2005/8/layout/hierarchy1"/>
    <dgm:cxn modelId="{671F46DF-67BD-482F-8E4F-FAE54D738FDC}" type="presParOf" srcId="{4185E1B4-A87B-422D-87B6-A9926F35BCAA}" destId="{5316399E-5941-4DF0-9803-539945E4ABC2}" srcOrd="1" destOrd="0" presId="urn:microsoft.com/office/officeart/2005/8/layout/hierarchy1"/>
    <dgm:cxn modelId="{60810FB9-1B3A-4B1C-B916-EB372A53AA44}" type="presParOf" srcId="{C15C15C5-3903-4294-8360-9B737B495DEA}" destId="{B3D67D08-7596-444F-AF24-2A1BD74546AD}" srcOrd="2" destOrd="0" presId="urn:microsoft.com/office/officeart/2005/8/layout/hierarchy1"/>
    <dgm:cxn modelId="{FAD4047D-7103-4B7A-9FB4-F2BFB46BC66C}" type="presParOf" srcId="{B3D67D08-7596-444F-AF24-2A1BD74546AD}" destId="{9E2616C5-8A86-4CD0-A524-8D7DC697CA29}" srcOrd="0" destOrd="0" presId="urn:microsoft.com/office/officeart/2005/8/layout/hierarchy1"/>
    <dgm:cxn modelId="{F04127DB-4E48-4CF8-B9DB-CB4F3868E797}" type="presParOf" srcId="{9E2616C5-8A86-4CD0-A524-8D7DC697CA29}" destId="{1848982C-D3B7-466D-9F57-10EE8C0AA51F}" srcOrd="0" destOrd="0" presId="urn:microsoft.com/office/officeart/2005/8/layout/hierarchy1"/>
    <dgm:cxn modelId="{7988A13E-41C9-4CA2-A878-B6AD37039150}" type="presParOf" srcId="{9E2616C5-8A86-4CD0-A524-8D7DC697CA29}" destId="{F89A8934-C129-4238-8F84-CEE6C512FAD4}" srcOrd="1" destOrd="0" presId="urn:microsoft.com/office/officeart/2005/8/layout/hierarchy1"/>
    <dgm:cxn modelId="{7592734C-184B-4AE9-AA1A-4ACB8E5D119E}" type="presParOf" srcId="{B3D67D08-7596-444F-AF24-2A1BD74546AD}" destId="{0DE13F43-7834-488B-A80C-06B1124D164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049D2F-A831-4B93-8547-DF60AF5C44FD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C7F78C9-2F63-4CB5-AF1C-81B025655628}">
      <dgm:prSet/>
      <dgm:spPr/>
      <dgm:t>
        <a:bodyPr/>
        <a:lstStyle/>
        <a:p>
          <a:r>
            <a:rPr lang="en-US"/>
            <a:t>Problem: Raw Forensic Data captured can be hard for end users to understand</a:t>
          </a:r>
        </a:p>
      </dgm:t>
    </dgm:pt>
    <dgm:pt modelId="{29B220B9-11E1-42B6-9EB2-A17D2D9D7F9E}" type="parTrans" cxnId="{20A3DB38-3812-482C-B481-682BDB5FDEDC}">
      <dgm:prSet/>
      <dgm:spPr/>
      <dgm:t>
        <a:bodyPr/>
        <a:lstStyle/>
        <a:p>
          <a:endParaRPr lang="en-US"/>
        </a:p>
      </dgm:t>
    </dgm:pt>
    <dgm:pt modelId="{38DF8CBD-7721-421A-B6F7-63370146292C}" type="sibTrans" cxnId="{20A3DB38-3812-482C-B481-682BDB5FDEDC}">
      <dgm:prSet/>
      <dgm:spPr/>
      <dgm:t>
        <a:bodyPr/>
        <a:lstStyle/>
        <a:p>
          <a:endParaRPr lang="en-US"/>
        </a:p>
      </dgm:t>
    </dgm:pt>
    <dgm:pt modelId="{B53D09FE-C113-4AEE-AF84-B336CF5F0826}">
      <dgm:prSet/>
      <dgm:spPr/>
      <dgm:t>
        <a:bodyPr/>
        <a:lstStyle/>
        <a:p>
          <a:r>
            <a:rPr lang="en-US"/>
            <a:t>Solution: Create a structured forensic report for the end user</a:t>
          </a:r>
        </a:p>
      </dgm:t>
    </dgm:pt>
    <dgm:pt modelId="{6826E03E-101E-452A-A4ED-D503F7707C45}" type="parTrans" cxnId="{C40A5B6E-57E0-4905-84E7-A25942B4E620}">
      <dgm:prSet/>
      <dgm:spPr/>
      <dgm:t>
        <a:bodyPr/>
        <a:lstStyle/>
        <a:p>
          <a:endParaRPr lang="en-US"/>
        </a:p>
      </dgm:t>
    </dgm:pt>
    <dgm:pt modelId="{7299B794-C1A6-4FFB-84FF-62A6D9F84913}" type="sibTrans" cxnId="{C40A5B6E-57E0-4905-84E7-A25942B4E620}">
      <dgm:prSet/>
      <dgm:spPr/>
      <dgm:t>
        <a:bodyPr/>
        <a:lstStyle/>
        <a:p>
          <a:endParaRPr lang="en-US"/>
        </a:p>
      </dgm:t>
    </dgm:pt>
    <dgm:pt modelId="{64D11094-AD67-46CC-8A08-B81E28F086EF}">
      <dgm:prSet/>
      <dgm:spPr/>
      <dgm:t>
        <a:bodyPr/>
        <a:lstStyle/>
        <a:p>
          <a:r>
            <a:rPr lang="en-US"/>
            <a:t>Features: Timestamped Reports, Split into each Domain, and a clear lift of suspicious behaviors</a:t>
          </a:r>
        </a:p>
      </dgm:t>
    </dgm:pt>
    <dgm:pt modelId="{4D8BB82A-2F61-4A27-886A-B700E2858135}" type="parTrans" cxnId="{B1880B3F-A9BE-4A60-9216-B783DA266BB3}">
      <dgm:prSet/>
      <dgm:spPr/>
      <dgm:t>
        <a:bodyPr/>
        <a:lstStyle/>
        <a:p>
          <a:endParaRPr lang="en-US"/>
        </a:p>
      </dgm:t>
    </dgm:pt>
    <dgm:pt modelId="{E827972B-9A44-471D-8D30-0D4354B0815F}" type="sibTrans" cxnId="{B1880B3F-A9BE-4A60-9216-B783DA266BB3}">
      <dgm:prSet/>
      <dgm:spPr/>
      <dgm:t>
        <a:bodyPr/>
        <a:lstStyle/>
        <a:p>
          <a:endParaRPr lang="en-US"/>
        </a:p>
      </dgm:t>
    </dgm:pt>
    <dgm:pt modelId="{02639CE6-64D7-49DB-9E21-9606ED05639F}" type="pres">
      <dgm:prSet presAssocID="{4A049D2F-A831-4B93-8547-DF60AF5C44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288525-3971-4853-A46B-5AD2B2817060}" type="pres">
      <dgm:prSet presAssocID="{BC7F78C9-2F63-4CB5-AF1C-81B025655628}" presName="hierRoot1" presStyleCnt="0"/>
      <dgm:spPr/>
    </dgm:pt>
    <dgm:pt modelId="{66612C4A-BA89-4243-84C3-8BCDB05044A8}" type="pres">
      <dgm:prSet presAssocID="{BC7F78C9-2F63-4CB5-AF1C-81B025655628}" presName="composite" presStyleCnt="0"/>
      <dgm:spPr/>
    </dgm:pt>
    <dgm:pt modelId="{9A5CB52F-BB6C-474F-A764-4B9E669A927A}" type="pres">
      <dgm:prSet presAssocID="{BC7F78C9-2F63-4CB5-AF1C-81B025655628}" presName="background" presStyleLbl="node0" presStyleIdx="0" presStyleCnt="3"/>
      <dgm:spPr/>
    </dgm:pt>
    <dgm:pt modelId="{DE90F0C1-68B9-40B6-A3CD-9B811188056C}" type="pres">
      <dgm:prSet presAssocID="{BC7F78C9-2F63-4CB5-AF1C-81B025655628}" presName="text" presStyleLbl="fgAcc0" presStyleIdx="0" presStyleCnt="3">
        <dgm:presLayoutVars>
          <dgm:chPref val="3"/>
        </dgm:presLayoutVars>
      </dgm:prSet>
      <dgm:spPr/>
    </dgm:pt>
    <dgm:pt modelId="{67F591DD-59AD-46E4-8518-10F66DF682FE}" type="pres">
      <dgm:prSet presAssocID="{BC7F78C9-2F63-4CB5-AF1C-81B025655628}" presName="hierChild2" presStyleCnt="0"/>
      <dgm:spPr/>
    </dgm:pt>
    <dgm:pt modelId="{33B3DF38-1759-4A10-889D-947D35A0E127}" type="pres">
      <dgm:prSet presAssocID="{B53D09FE-C113-4AEE-AF84-B336CF5F0826}" presName="hierRoot1" presStyleCnt="0"/>
      <dgm:spPr/>
    </dgm:pt>
    <dgm:pt modelId="{63FDE73D-88D5-419E-9CA2-81E0968FF09E}" type="pres">
      <dgm:prSet presAssocID="{B53D09FE-C113-4AEE-AF84-B336CF5F0826}" presName="composite" presStyleCnt="0"/>
      <dgm:spPr/>
    </dgm:pt>
    <dgm:pt modelId="{52540056-8FC3-4E7B-9FBD-0A0D631B5ED8}" type="pres">
      <dgm:prSet presAssocID="{B53D09FE-C113-4AEE-AF84-B336CF5F0826}" presName="background" presStyleLbl="node0" presStyleIdx="1" presStyleCnt="3"/>
      <dgm:spPr/>
    </dgm:pt>
    <dgm:pt modelId="{31051D85-9278-4059-B750-FA6FB5D6B6E0}" type="pres">
      <dgm:prSet presAssocID="{B53D09FE-C113-4AEE-AF84-B336CF5F0826}" presName="text" presStyleLbl="fgAcc0" presStyleIdx="1" presStyleCnt="3">
        <dgm:presLayoutVars>
          <dgm:chPref val="3"/>
        </dgm:presLayoutVars>
      </dgm:prSet>
      <dgm:spPr/>
    </dgm:pt>
    <dgm:pt modelId="{A87E83E8-1DFB-4C57-ACC1-D0E1C62119DF}" type="pres">
      <dgm:prSet presAssocID="{B53D09FE-C113-4AEE-AF84-B336CF5F0826}" presName="hierChild2" presStyleCnt="0"/>
      <dgm:spPr/>
    </dgm:pt>
    <dgm:pt modelId="{F6C3AFDE-2636-4267-9727-5E3156A1F275}" type="pres">
      <dgm:prSet presAssocID="{64D11094-AD67-46CC-8A08-B81E28F086EF}" presName="hierRoot1" presStyleCnt="0"/>
      <dgm:spPr/>
    </dgm:pt>
    <dgm:pt modelId="{334C0C45-3969-4033-B798-32AC4AE82ABD}" type="pres">
      <dgm:prSet presAssocID="{64D11094-AD67-46CC-8A08-B81E28F086EF}" presName="composite" presStyleCnt="0"/>
      <dgm:spPr/>
    </dgm:pt>
    <dgm:pt modelId="{F79A9743-653B-4C15-94A9-8719D39ED426}" type="pres">
      <dgm:prSet presAssocID="{64D11094-AD67-46CC-8A08-B81E28F086EF}" presName="background" presStyleLbl="node0" presStyleIdx="2" presStyleCnt="3"/>
      <dgm:spPr/>
    </dgm:pt>
    <dgm:pt modelId="{8F2B754D-D50F-4982-9B82-743D72B2319F}" type="pres">
      <dgm:prSet presAssocID="{64D11094-AD67-46CC-8A08-B81E28F086EF}" presName="text" presStyleLbl="fgAcc0" presStyleIdx="2" presStyleCnt="3">
        <dgm:presLayoutVars>
          <dgm:chPref val="3"/>
        </dgm:presLayoutVars>
      </dgm:prSet>
      <dgm:spPr/>
    </dgm:pt>
    <dgm:pt modelId="{1AEF00BF-EC4A-4062-BD8E-94F3D96D3B97}" type="pres">
      <dgm:prSet presAssocID="{64D11094-AD67-46CC-8A08-B81E28F086EF}" presName="hierChild2" presStyleCnt="0"/>
      <dgm:spPr/>
    </dgm:pt>
  </dgm:ptLst>
  <dgm:cxnLst>
    <dgm:cxn modelId="{20A3DB38-3812-482C-B481-682BDB5FDEDC}" srcId="{4A049D2F-A831-4B93-8547-DF60AF5C44FD}" destId="{BC7F78C9-2F63-4CB5-AF1C-81B025655628}" srcOrd="0" destOrd="0" parTransId="{29B220B9-11E1-42B6-9EB2-A17D2D9D7F9E}" sibTransId="{38DF8CBD-7721-421A-B6F7-63370146292C}"/>
    <dgm:cxn modelId="{699A003F-9305-4A94-A524-583885180A52}" type="presOf" srcId="{B53D09FE-C113-4AEE-AF84-B336CF5F0826}" destId="{31051D85-9278-4059-B750-FA6FB5D6B6E0}" srcOrd="0" destOrd="0" presId="urn:microsoft.com/office/officeart/2005/8/layout/hierarchy1"/>
    <dgm:cxn modelId="{B1880B3F-A9BE-4A60-9216-B783DA266BB3}" srcId="{4A049D2F-A831-4B93-8547-DF60AF5C44FD}" destId="{64D11094-AD67-46CC-8A08-B81E28F086EF}" srcOrd="2" destOrd="0" parTransId="{4D8BB82A-2F61-4A27-886A-B700E2858135}" sibTransId="{E827972B-9A44-471D-8D30-0D4354B0815F}"/>
    <dgm:cxn modelId="{C40A5B6E-57E0-4905-84E7-A25942B4E620}" srcId="{4A049D2F-A831-4B93-8547-DF60AF5C44FD}" destId="{B53D09FE-C113-4AEE-AF84-B336CF5F0826}" srcOrd="1" destOrd="0" parTransId="{6826E03E-101E-452A-A4ED-D503F7707C45}" sibTransId="{7299B794-C1A6-4FFB-84FF-62A6D9F84913}"/>
    <dgm:cxn modelId="{3AB067AC-261B-4203-820F-CE3F37DDD49E}" type="presOf" srcId="{4A049D2F-A831-4B93-8547-DF60AF5C44FD}" destId="{02639CE6-64D7-49DB-9E21-9606ED05639F}" srcOrd="0" destOrd="0" presId="urn:microsoft.com/office/officeart/2005/8/layout/hierarchy1"/>
    <dgm:cxn modelId="{58623BB0-F5B6-41F2-8941-07925482EA2E}" type="presOf" srcId="{BC7F78C9-2F63-4CB5-AF1C-81B025655628}" destId="{DE90F0C1-68B9-40B6-A3CD-9B811188056C}" srcOrd="0" destOrd="0" presId="urn:microsoft.com/office/officeart/2005/8/layout/hierarchy1"/>
    <dgm:cxn modelId="{81A44ED9-290E-4AD7-B1D8-900014315D2D}" type="presOf" srcId="{64D11094-AD67-46CC-8A08-B81E28F086EF}" destId="{8F2B754D-D50F-4982-9B82-743D72B2319F}" srcOrd="0" destOrd="0" presId="urn:microsoft.com/office/officeart/2005/8/layout/hierarchy1"/>
    <dgm:cxn modelId="{3ED9A9EC-FE66-44F0-BFC7-9FC3AE816819}" type="presParOf" srcId="{02639CE6-64D7-49DB-9E21-9606ED05639F}" destId="{36288525-3971-4853-A46B-5AD2B2817060}" srcOrd="0" destOrd="0" presId="urn:microsoft.com/office/officeart/2005/8/layout/hierarchy1"/>
    <dgm:cxn modelId="{BEEEA665-96BA-48AD-BE12-8E9423A17371}" type="presParOf" srcId="{36288525-3971-4853-A46B-5AD2B2817060}" destId="{66612C4A-BA89-4243-84C3-8BCDB05044A8}" srcOrd="0" destOrd="0" presId="urn:microsoft.com/office/officeart/2005/8/layout/hierarchy1"/>
    <dgm:cxn modelId="{D974E3ED-670F-452D-BCDB-DD20162D93E6}" type="presParOf" srcId="{66612C4A-BA89-4243-84C3-8BCDB05044A8}" destId="{9A5CB52F-BB6C-474F-A764-4B9E669A927A}" srcOrd="0" destOrd="0" presId="urn:microsoft.com/office/officeart/2005/8/layout/hierarchy1"/>
    <dgm:cxn modelId="{61772F63-DA9E-4084-88BB-F7E5D5B5AF6E}" type="presParOf" srcId="{66612C4A-BA89-4243-84C3-8BCDB05044A8}" destId="{DE90F0C1-68B9-40B6-A3CD-9B811188056C}" srcOrd="1" destOrd="0" presId="urn:microsoft.com/office/officeart/2005/8/layout/hierarchy1"/>
    <dgm:cxn modelId="{9D076A4C-35D0-4C5E-B542-0F5538D0CA13}" type="presParOf" srcId="{36288525-3971-4853-A46B-5AD2B2817060}" destId="{67F591DD-59AD-46E4-8518-10F66DF682FE}" srcOrd="1" destOrd="0" presId="urn:microsoft.com/office/officeart/2005/8/layout/hierarchy1"/>
    <dgm:cxn modelId="{F25E61D7-3BB2-42CC-B5AE-BFFFB7AADE14}" type="presParOf" srcId="{02639CE6-64D7-49DB-9E21-9606ED05639F}" destId="{33B3DF38-1759-4A10-889D-947D35A0E127}" srcOrd="1" destOrd="0" presId="urn:microsoft.com/office/officeart/2005/8/layout/hierarchy1"/>
    <dgm:cxn modelId="{8D918532-2675-4522-9431-466BF973978F}" type="presParOf" srcId="{33B3DF38-1759-4A10-889D-947D35A0E127}" destId="{63FDE73D-88D5-419E-9CA2-81E0968FF09E}" srcOrd="0" destOrd="0" presId="urn:microsoft.com/office/officeart/2005/8/layout/hierarchy1"/>
    <dgm:cxn modelId="{7C751364-D5A3-4F7F-B775-D6054102794D}" type="presParOf" srcId="{63FDE73D-88D5-419E-9CA2-81E0968FF09E}" destId="{52540056-8FC3-4E7B-9FBD-0A0D631B5ED8}" srcOrd="0" destOrd="0" presId="urn:microsoft.com/office/officeart/2005/8/layout/hierarchy1"/>
    <dgm:cxn modelId="{632507EC-9925-48C7-8721-64800B866A76}" type="presParOf" srcId="{63FDE73D-88D5-419E-9CA2-81E0968FF09E}" destId="{31051D85-9278-4059-B750-FA6FB5D6B6E0}" srcOrd="1" destOrd="0" presId="urn:microsoft.com/office/officeart/2005/8/layout/hierarchy1"/>
    <dgm:cxn modelId="{B06011D3-BD54-4C11-B0F1-70EE2233900D}" type="presParOf" srcId="{33B3DF38-1759-4A10-889D-947D35A0E127}" destId="{A87E83E8-1DFB-4C57-ACC1-D0E1C62119DF}" srcOrd="1" destOrd="0" presId="urn:microsoft.com/office/officeart/2005/8/layout/hierarchy1"/>
    <dgm:cxn modelId="{67CF1A54-C4DA-4163-A78B-8B2F70F7093B}" type="presParOf" srcId="{02639CE6-64D7-49DB-9E21-9606ED05639F}" destId="{F6C3AFDE-2636-4267-9727-5E3156A1F275}" srcOrd="2" destOrd="0" presId="urn:microsoft.com/office/officeart/2005/8/layout/hierarchy1"/>
    <dgm:cxn modelId="{EBED3C80-53CE-4B4D-BD65-B93E2A28842E}" type="presParOf" srcId="{F6C3AFDE-2636-4267-9727-5E3156A1F275}" destId="{334C0C45-3969-4033-B798-32AC4AE82ABD}" srcOrd="0" destOrd="0" presId="urn:microsoft.com/office/officeart/2005/8/layout/hierarchy1"/>
    <dgm:cxn modelId="{64E18148-8CF6-4E8F-B945-BD503AA5227B}" type="presParOf" srcId="{334C0C45-3969-4033-B798-32AC4AE82ABD}" destId="{F79A9743-653B-4C15-94A9-8719D39ED426}" srcOrd="0" destOrd="0" presId="urn:microsoft.com/office/officeart/2005/8/layout/hierarchy1"/>
    <dgm:cxn modelId="{A6102E1A-766D-42EF-B7D7-509E07B207B8}" type="presParOf" srcId="{334C0C45-3969-4033-B798-32AC4AE82ABD}" destId="{8F2B754D-D50F-4982-9B82-743D72B2319F}" srcOrd="1" destOrd="0" presId="urn:microsoft.com/office/officeart/2005/8/layout/hierarchy1"/>
    <dgm:cxn modelId="{35CD5784-BC4E-4F77-B0EE-E407CF0739F6}" type="presParOf" srcId="{F6C3AFDE-2636-4267-9727-5E3156A1F275}" destId="{1AEF00BF-EC4A-4062-BD8E-94F3D96D3B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C807B89-456F-4AFA-A355-A853219C8C3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411370-1855-48E4-8F0C-21E76F1E0D65}">
      <dgm:prSet/>
      <dgm:spPr/>
      <dgm:t>
        <a:bodyPr/>
        <a:lstStyle/>
        <a:p>
          <a:r>
            <a:rPr lang="en-US"/>
            <a:t>Problem: TTL values would always return as 0, causing them to appear in the report since the value was below 60</a:t>
          </a:r>
        </a:p>
      </dgm:t>
    </dgm:pt>
    <dgm:pt modelId="{7A39E033-1A56-4422-8AE7-FF4EC4B1D452}" type="parTrans" cxnId="{8F794FCA-D2AD-4204-9ACA-35A749FAB87B}">
      <dgm:prSet/>
      <dgm:spPr/>
      <dgm:t>
        <a:bodyPr/>
        <a:lstStyle/>
        <a:p>
          <a:endParaRPr lang="en-US"/>
        </a:p>
      </dgm:t>
    </dgm:pt>
    <dgm:pt modelId="{556B7569-F9FD-4B8B-B818-9D0F767E1080}" type="sibTrans" cxnId="{8F794FCA-D2AD-4204-9ACA-35A749FAB87B}">
      <dgm:prSet/>
      <dgm:spPr/>
      <dgm:t>
        <a:bodyPr/>
        <a:lstStyle/>
        <a:p>
          <a:endParaRPr lang="en-US"/>
        </a:p>
      </dgm:t>
    </dgm:pt>
    <dgm:pt modelId="{3187538C-C3D3-4453-952E-811019145395}">
      <dgm:prSet/>
      <dgm:spPr/>
      <dgm:t>
        <a:bodyPr/>
        <a:lstStyle/>
        <a:p>
          <a:r>
            <a:rPr lang="en-US"/>
            <a:t>Reason: TTL values are only present in the DNS response itself. My code captures just queries, causing the TTL field to be empty, defaulting to 0</a:t>
          </a:r>
        </a:p>
      </dgm:t>
    </dgm:pt>
    <dgm:pt modelId="{E250CCA1-07B0-4A1C-B235-1D1870C55393}" type="parTrans" cxnId="{1AAC3991-8CDD-4E1B-9816-E85AE77415EA}">
      <dgm:prSet/>
      <dgm:spPr/>
      <dgm:t>
        <a:bodyPr/>
        <a:lstStyle/>
        <a:p>
          <a:endParaRPr lang="en-US"/>
        </a:p>
      </dgm:t>
    </dgm:pt>
    <dgm:pt modelId="{6D021846-43C6-4B96-BD98-4DDA7BB2BB2A}" type="sibTrans" cxnId="{1AAC3991-8CDD-4E1B-9816-E85AE77415EA}">
      <dgm:prSet/>
      <dgm:spPr/>
      <dgm:t>
        <a:bodyPr/>
        <a:lstStyle/>
        <a:p>
          <a:endParaRPr lang="en-US"/>
        </a:p>
      </dgm:t>
    </dgm:pt>
    <dgm:pt modelId="{F6937430-782F-4ECD-9291-2BF464AA4239}" type="pres">
      <dgm:prSet presAssocID="{2C807B89-456F-4AFA-A355-A853219C8C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81F35F-ABB5-4CA5-885A-6AAF6EA17327}" type="pres">
      <dgm:prSet presAssocID="{90411370-1855-48E4-8F0C-21E76F1E0D65}" presName="hierRoot1" presStyleCnt="0"/>
      <dgm:spPr/>
    </dgm:pt>
    <dgm:pt modelId="{68E8099F-0983-44F9-BC01-0C75EB9DC17A}" type="pres">
      <dgm:prSet presAssocID="{90411370-1855-48E4-8F0C-21E76F1E0D65}" presName="composite" presStyleCnt="0"/>
      <dgm:spPr/>
    </dgm:pt>
    <dgm:pt modelId="{E9590D44-ED66-460F-9368-62D2B170B86B}" type="pres">
      <dgm:prSet presAssocID="{90411370-1855-48E4-8F0C-21E76F1E0D65}" presName="background" presStyleLbl="node0" presStyleIdx="0" presStyleCnt="2"/>
      <dgm:spPr/>
    </dgm:pt>
    <dgm:pt modelId="{F36C9747-3E8B-47E8-913B-4AEACAD2A5A8}" type="pres">
      <dgm:prSet presAssocID="{90411370-1855-48E4-8F0C-21E76F1E0D65}" presName="text" presStyleLbl="fgAcc0" presStyleIdx="0" presStyleCnt="2">
        <dgm:presLayoutVars>
          <dgm:chPref val="3"/>
        </dgm:presLayoutVars>
      </dgm:prSet>
      <dgm:spPr/>
    </dgm:pt>
    <dgm:pt modelId="{449E76AA-7389-42F1-AE59-DC9375753DD1}" type="pres">
      <dgm:prSet presAssocID="{90411370-1855-48E4-8F0C-21E76F1E0D65}" presName="hierChild2" presStyleCnt="0"/>
      <dgm:spPr/>
    </dgm:pt>
    <dgm:pt modelId="{88123548-2184-4C1B-9969-8948DD22B600}" type="pres">
      <dgm:prSet presAssocID="{3187538C-C3D3-4453-952E-811019145395}" presName="hierRoot1" presStyleCnt="0"/>
      <dgm:spPr/>
    </dgm:pt>
    <dgm:pt modelId="{7419B909-5A5C-42BC-8B64-AF01746EE794}" type="pres">
      <dgm:prSet presAssocID="{3187538C-C3D3-4453-952E-811019145395}" presName="composite" presStyleCnt="0"/>
      <dgm:spPr/>
    </dgm:pt>
    <dgm:pt modelId="{E948DE3E-0C98-4BE3-86A4-D832469D205A}" type="pres">
      <dgm:prSet presAssocID="{3187538C-C3D3-4453-952E-811019145395}" presName="background" presStyleLbl="node0" presStyleIdx="1" presStyleCnt="2"/>
      <dgm:spPr/>
    </dgm:pt>
    <dgm:pt modelId="{B81048BB-1B95-48D1-AEB4-A543DB075104}" type="pres">
      <dgm:prSet presAssocID="{3187538C-C3D3-4453-952E-811019145395}" presName="text" presStyleLbl="fgAcc0" presStyleIdx="1" presStyleCnt="2">
        <dgm:presLayoutVars>
          <dgm:chPref val="3"/>
        </dgm:presLayoutVars>
      </dgm:prSet>
      <dgm:spPr/>
    </dgm:pt>
    <dgm:pt modelId="{50FF6205-778B-4CF1-A532-124D0192AC16}" type="pres">
      <dgm:prSet presAssocID="{3187538C-C3D3-4453-952E-811019145395}" presName="hierChild2" presStyleCnt="0"/>
      <dgm:spPr/>
    </dgm:pt>
  </dgm:ptLst>
  <dgm:cxnLst>
    <dgm:cxn modelId="{E7F3A28E-DE58-461A-BB37-A8B0895B434B}" type="presOf" srcId="{2C807B89-456F-4AFA-A355-A853219C8C34}" destId="{F6937430-782F-4ECD-9291-2BF464AA4239}" srcOrd="0" destOrd="0" presId="urn:microsoft.com/office/officeart/2005/8/layout/hierarchy1"/>
    <dgm:cxn modelId="{1AAC3991-8CDD-4E1B-9816-E85AE77415EA}" srcId="{2C807B89-456F-4AFA-A355-A853219C8C34}" destId="{3187538C-C3D3-4453-952E-811019145395}" srcOrd="1" destOrd="0" parTransId="{E250CCA1-07B0-4A1C-B235-1D1870C55393}" sibTransId="{6D021846-43C6-4B96-BD98-4DDA7BB2BB2A}"/>
    <dgm:cxn modelId="{5500729D-2F82-4C60-98CA-9433E0C24953}" type="presOf" srcId="{3187538C-C3D3-4453-952E-811019145395}" destId="{B81048BB-1B95-48D1-AEB4-A543DB075104}" srcOrd="0" destOrd="0" presId="urn:microsoft.com/office/officeart/2005/8/layout/hierarchy1"/>
    <dgm:cxn modelId="{717EE7B7-FBAB-4D6F-A2D3-7CD38A528049}" type="presOf" srcId="{90411370-1855-48E4-8F0C-21E76F1E0D65}" destId="{F36C9747-3E8B-47E8-913B-4AEACAD2A5A8}" srcOrd="0" destOrd="0" presId="urn:microsoft.com/office/officeart/2005/8/layout/hierarchy1"/>
    <dgm:cxn modelId="{8F794FCA-D2AD-4204-9ACA-35A749FAB87B}" srcId="{2C807B89-456F-4AFA-A355-A853219C8C34}" destId="{90411370-1855-48E4-8F0C-21E76F1E0D65}" srcOrd="0" destOrd="0" parTransId="{7A39E033-1A56-4422-8AE7-FF4EC4B1D452}" sibTransId="{556B7569-F9FD-4B8B-B818-9D0F767E1080}"/>
    <dgm:cxn modelId="{62390125-6FC1-4D76-96AA-C015FE177EDC}" type="presParOf" srcId="{F6937430-782F-4ECD-9291-2BF464AA4239}" destId="{A881F35F-ABB5-4CA5-885A-6AAF6EA17327}" srcOrd="0" destOrd="0" presId="urn:microsoft.com/office/officeart/2005/8/layout/hierarchy1"/>
    <dgm:cxn modelId="{72301F7E-60F4-44D3-A1EC-E77FB6D6BE3D}" type="presParOf" srcId="{A881F35F-ABB5-4CA5-885A-6AAF6EA17327}" destId="{68E8099F-0983-44F9-BC01-0C75EB9DC17A}" srcOrd="0" destOrd="0" presId="urn:microsoft.com/office/officeart/2005/8/layout/hierarchy1"/>
    <dgm:cxn modelId="{52968618-972B-4EBA-BCDE-812A661DBD8C}" type="presParOf" srcId="{68E8099F-0983-44F9-BC01-0C75EB9DC17A}" destId="{E9590D44-ED66-460F-9368-62D2B170B86B}" srcOrd="0" destOrd="0" presId="urn:microsoft.com/office/officeart/2005/8/layout/hierarchy1"/>
    <dgm:cxn modelId="{FD6D4AB9-414C-4595-8333-1E85EEB7751F}" type="presParOf" srcId="{68E8099F-0983-44F9-BC01-0C75EB9DC17A}" destId="{F36C9747-3E8B-47E8-913B-4AEACAD2A5A8}" srcOrd="1" destOrd="0" presId="urn:microsoft.com/office/officeart/2005/8/layout/hierarchy1"/>
    <dgm:cxn modelId="{201A6A17-9011-482A-AFF0-ED9CF9A6F98A}" type="presParOf" srcId="{A881F35F-ABB5-4CA5-885A-6AAF6EA17327}" destId="{449E76AA-7389-42F1-AE59-DC9375753DD1}" srcOrd="1" destOrd="0" presId="urn:microsoft.com/office/officeart/2005/8/layout/hierarchy1"/>
    <dgm:cxn modelId="{3BD3DF31-DAC4-4991-AE72-A2CD6F5F7A89}" type="presParOf" srcId="{F6937430-782F-4ECD-9291-2BF464AA4239}" destId="{88123548-2184-4C1B-9969-8948DD22B600}" srcOrd="1" destOrd="0" presId="urn:microsoft.com/office/officeart/2005/8/layout/hierarchy1"/>
    <dgm:cxn modelId="{74E56017-E92E-406F-9E72-16FDEDCAA88A}" type="presParOf" srcId="{88123548-2184-4C1B-9969-8948DD22B600}" destId="{7419B909-5A5C-42BC-8B64-AF01746EE794}" srcOrd="0" destOrd="0" presId="urn:microsoft.com/office/officeart/2005/8/layout/hierarchy1"/>
    <dgm:cxn modelId="{1A976E1A-6A7A-49AA-83D4-1A5C6B462891}" type="presParOf" srcId="{7419B909-5A5C-42BC-8B64-AF01746EE794}" destId="{E948DE3E-0C98-4BE3-86A4-D832469D205A}" srcOrd="0" destOrd="0" presId="urn:microsoft.com/office/officeart/2005/8/layout/hierarchy1"/>
    <dgm:cxn modelId="{9C42515C-C792-4772-ABDD-6A062CFCC925}" type="presParOf" srcId="{7419B909-5A5C-42BC-8B64-AF01746EE794}" destId="{B81048BB-1B95-48D1-AEB4-A543DB075104}" srcOrd="1" destOrd="0" presId="urn:microsoft.com/office/officeart/2005/8/layout/hierarchy1"/>
    <dgm:cxn modelId="{4892D016-2907-4CCE-94D5-EC175D02DB3B}" type="presParOf" srcId="{88123548-2184-4C1B-9969-8948DD22B600}" destId="{50FF6205-778B-4CF1-A532-124D0192AC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937BF37-4FC4-4649-99F4-75DFC6612402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684D24-175A-4B31-8D3C-C0DBB10D4645}">
      <dgm:prSet/>
      <dgm:spPr/>
      <dgm:t>
        <a:bodyPr/>
        <a:lstStyle/>
        <a:p>
          <a:r>
            <a:rPr lang="en-US"/>
            <a:t>Problem: Viewing these reports in the terminal is not user-friendly</a:t>
          </a:r>
        </a:p>
      </dgm:t>
    </dgm:pt>
    <dgm:pt modelId="{FC7D16AF-FDB3-4E1D-92C3-3F733B20E898}" type="parTrans" cxnId="{32110DC6-E743-46B6-A160-F550AFF17559}">
      <dgm:prSet/>
      <dgm:spPr/>
      <dgm:t>
        <a:bodyPr/>
        <a:lstStyle/>
        <a:p>
          <a:endParaRPr lang="en-US"/>
        </a:p>
      </dgm:t>
    </dgm:pt>
    <dgm:pt modelId="{774831BF-F43C-4B5E-B0B6-EB73028B856E}" type="sibTrans" cxnId="{32110DC6-E743-46B6-A160-F550AFF17559}">
      <dgm:prSet/>
      <dgm:spPr/>
      <dgm:t>
        <a:bodyPr/>
        <a:lstStyle/>
        <a:p>
          <a:endParaRPr lang="en-US"/>
        </a:p>
      </dgm:t>
    </dgm:pt>
    <dgm:pt modelId="{D4757145-22DA-4C6F-AB64-FE3D530BEB20}">
      <dgm:prSet/>
      <dgm:spPr/>
      <dgm:t>
        <a:bodyPr/>
        <a:lstStyle/>
        <a:p>
          <a:r>
            <a:rPr lang="en-US"/>
            <a:t>Solution: Build a simple GUI using tkinter, a python-based GUI tool</a:t>
          </a:r>
        </a:p>
      </dgm:t>
    </dgm:pt>
    <dgm:pt modelId="{DAE62EFC-E2F0-4F48-8062-EFBF51B44B72}" type="parTrans" cxnId="{3A227EF8-08D7-4E34-8B0C-889DAA0090F9}">
      <dgm:prSet/>
      <dgm:spPr/>
      <dgm:t>
        <a:bodyPr/>
        <a:lstStyle/>
        <a:p>
          <a:endParaRPr lang="en-US"/>
        </a:p>
      </dgm:t>
    </dgm:pt>
    <dgm:pt modelId="{63DBA9C9-57F5-4D3A-838A-F713C85B53ED}" type="sibTrans" cxnId="{3A227EF8-08D7-4E34-8B0C-889DAA0090F9}">
      <dgm:prSet/>
      <dgm:spPr/>
      <dgm:t>
        <a:bodyPr/>
        <a:lstStyle/>
        <a:p>
          <a:endParaRPr lang="en-US"/>
        </a:p>
      </dgm:t>
    </dgm:pt>
    <dgm:pt modelId="{D2599FCE-A153-4DFE-AE49-20D5B8B07B82}">
      <dgm:prSet/>
      <dgm:spPr/>
      <dgm:t>
        <a:bodyPr/>
        <a:lstStyle/>
        <a:p>
          <a:r>
            <a:rPr lang="en-US"/>
            <a:t>Features: Button to select .pcapng file from your files, runs immediately after being selected, and displays the report in a scrollable user-friendly text box</a:t>
          </a:r>
        </a:p>
      </dgm:t>
    </dgm:pt>
    <dgm:pt modelId="{15D7A219-7BC8-4563-8D8A-A496AB9587B1}" type="parTrans" cxnId="{5DE0B57A-B142-452D-BBD3-A4621E31E71B}">
      <dgm:prSet/>
      <dgm:spPr/>
      <dgm:t>
        <a:bodyPr/>
        <a:lstStyle/>
        <a:p>
          <a:endParaRPr lang="en-US"/>
        </a:p>
      </dgm:t>
    </dgm:pt>
    <dgm:pt modelId="{7908FB64-DE88-4C83-8C19-C0274F322320}" type="sibTrans" cxnId="{5DE0B57A-B142-452D-BBD3-A4621E31E71B}">
      <dgm:prSet/>
      <dgm:spPr/>
      <dgm:t>
        <a:bodyPr/>
        <a:lstStyle/>
        <a:p>
          <a:endParaRPr lang="en-US"/>
        </a:p>
      </dgm:t>
    </dgm:pt>
    <dgm:pt modelId="{40BFF903-BA21-4F5B-9E3E-252439871CD5}" type="pres">
      <dgm:prSet presAssocID="{2937BF37-4FC4-4649-99F4-75DFC6612402}" presName="Name0" presStyleCnt="0">
        <dgm:presLayoutVars>
          <dgm:dir/>
          <dgm:animLvl val="lvl"/>
          <dgm:resizeHandles val="exact"/>
        </dgm:presLayoutVars>
      </dgm:prSet>
      <dgm:spPr/>
    </dgm:pt>
    <dgm:pt modelId="{F08A549E-EDCE-4AEA-8E7F-5545B8426532}" type="pres">
      <dgm:prSet presAssocID="{46684D24-175A-4B31-8D3C-C0DBB10D4645}" presName="linNode" presStyleCnt="0"/>
      <dgm:spPr/>
    </dgm:pt>
    <dgm:pt modelId="{53DA5F57-BD54-4D77-A06E-FCCC452E3390}" type="pres">
      <dgm:prSet presAssocID="{46684D24-175A-4B31-8D3C-C0DBB10D464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C727C6D-41E6-4224-8EAA-84BBF4D4740A}" type="pres">
      <dgm:prSet presAssocID="{774831BF-F43C-4B5E-B0B6-EB73028B856E}" presName="sp" presStyleCnt="0"/>
      <dgm:spPr/>
    </dgm:pt>
    <dgm:pt modelId="{39EABE83-427D-4938-894B-669D72BF576E}" type="pres">
      <dgm:prSet presAssocID="{D4757145-22DA-4C6F-AB64-FE3D530BEB20}" presName="linNode" presStyleCnt="0"/>
      <dgm:spPr/>
    </dgm:pt>
    <dgm:pt modelId="{61C6B433-429C-4E7F-A6D0-CD44418EB11A}" type="pres">
      <dgm:prSet presAssocID="{D4757145-22DA-4C6F-AB64-FE3D530BEB2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F596B2C-5B11-49A6-800F-F96EFF99DBC5}" type="pres">
      <dgm:prSet presAssocID="{63DBA9C9-57F5-4D3A-838A-F713C85B53ED}" presName="sp" presStyleCnt="0"/>
      <dgm:spPr/>
    </dgm:pt>
    <dgm:pt modelId="{B1373425-5A8E-405A-B941-BD64D7A453AE}" type="pres">
      <dgm:prSet presAssocID="{D2599FCE-A153-4DFE-AE49-20D5B8B07B82}" presName="linNode" presStyleCnt="0"/>
      <dgm:spPr/>
    </dgm:pt>
    <dgm:pt modelId="{774712F5-78F2-4BB4-9316-7401D76E6758}" type="pres">
      <dgm:prSet presAssocID="{D2599FCE-A153-4DFE-AE49-20D5B8B07B8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614F0611-D99D-44D8-98AB-583854462B06}" type="presOf" srcId="{2937BF37-4FC4-4649-99F4-75DFC6612402}" destId="{40BFF903-BA21-4F5B-9E3E-252439871CD5}" srcOrd="0" destOrd="0" presId="urn:microsoft.com/office/officeart/2005/8/layout/vList5"/>
    <dgm:cxn modelId="{BFD70745-9EC7-46B6-803A-52C2C67555A1}" type="presOf" srcId="{D4757145-22DA-4C6F-AB64-FE3D530BEB20}" destId="{61C6B433-429C-4E7F-A6D0-CD44418EB11A}" srcOrd="0" destOrd="0" presId="urn:microsoft.com/office/officeart/2005/8/layout/vList5"/>
    <dgm:cxn modelId="{924E6648-D6EA-45A0-BC47-20FFAE4ED885}" type="presOf" srcId="{46684D24-175A-4B31-8D3C-C0DBB10D4645}" destId="{53DA5F57-BD54-4D77-A06E-FCCC452E3390}" srcOrd="0" destOrd="0" presId="urn:microsoft.com/office/officeart/2005/8/layout/vList5"/>
    <dgm:cxn modelId="{5DE0B57A-B142-452D-BBD3-A4621E31E71B}" srcId="{2937BF37-4FC4-4649-99F4-75DFC6612402}" destId="{D2599FCE-A153-4DFE-AE49-20D5B8B07B82}" srcOrd="2" destOrd="0" parTransId="{15D7A219-7BC8-4563-8D8A-A496AB9587B1}" sibTransId="{7908FB64-DE88-4C83-8C19-C0274F322320}"/>
    <dgm:cxn modelId="{EAF65AAE-8383-4A49-B9AC-9F82220418B9}" type="presOf" srcId="{D2599FCE-A153-4DFE-AE49-20D5B8B07B82}" destId="{774712F5-78F2-4BB4-9316-7401D76E6758}" srcOrd="0" destOrd="0" presId="urn:microsoft.com/office/officeart/2005/8/layout/vList5"/>
    <dgm:cxn modelId="{32110DC6-E743-46B6-A160-F550AFF17559}" srcId="{2937BF37-4FC4-4649-99F4-75DFC6612402}" destId="{46684D24-175A-4B31-8D3C-C0DBB10D4645}" srcOrd="0" destOrd="0" parTransId="{FC7D16AF-FDB3-4E1D-92C3-3F733B20E898}" sibTransId="{774831BF-F43C-4B5E-B0B6-EB73028B856E}"/>
    <dgm:cxn modelId="{3A227EF8-08D7-4E34-8B0C-889DAA0090F9}" srcId="{2937BF37-4FC4-4649-99F4-75DFC6612402}" destId="{D4757145-22DA-4C6F-AB64-FE3D530BEB20}" srcOrd="1" destOrd="0" parTransId="{DAE62EFC-E2F0-4F48-8062-EFBF51B44B72}" sibTransId="{63DBA9C9-57F5-4D3A-838A-F713C85B53ED}"/>
    <dgm:cxn modelId="{0E7F70E2-CCC3-421C-9512-CEEB897EC0F1}" type="presParOf" srcId="{40BFF903-BA21-4F5B-9E3E-252439871CD5}" destId="{F08A549E-EDCE-4AEA-8E7F-5545B8426532}" srcOrd="0" destOrd="0" presId="urn:microsoft.com/office/officeart/2005/8/layout/vList5"/>
    <dgm:cxn modelId="{C2B3124C-57B9-453F-8011-CF6936D11161}" type="presParOf" srcId="{F08A549E-EDCE-4AEA-8E7F-5545B8426532}" destId="{53DA5F57-BD54-4D77-A06E-FCCC452E3390}" srcOrd="0" destOrd="0" presId="urn:microsoft.com/office/officeart/2005/8/layout/vList5"/>
    <dgm:cxn modelId="{3326FF30-B62C-4531-8993-330F7B62E7B4}" type="presParOf" srcId="{40BFF903-BA21-4F5B-9E3E-252439871CD5}" destId="{CC727C6D-41E6-4224-8EAA-84BBF4D4740A}" srcOrd="1" destOrd="0" presId="urn:microsoft.com/office/officeart/2005/8/layout/vList5"/>
    <dgm:cxn modelId="{35389BB5-511D-477D-8DD4-3784CDB9DABE}" type="presParOf" srcId="{40BFF903-BA21-4F5B-9E3E-252439871CD5}" destId="{39EABE83-427D-4938-894B-669D72BF576E}" srcOrd="2" destOrd="0" presId="urn:microsoft.com/office/officeart/2005/8/layout/vList5"/>
    <dgm:cxn modelId="{97C57EC8-C276-49CF-9584-25A05E8359D6}" type="presParOf" srcId="{39EABE83-427D-4938-894B-669D72BF576E}" destId="{61C6B433-429C-4E7F-A6D0-CD44418EB11A}" srcOrd="0" destOrd="0" presId="urn:microsoft.com/office/officeart/2005/8/layout/vList5"/>
    <dgm:cxn modelId="{500D0836-FC7F-4DE1-8277-B168F0C329E3}" type="presParOf" srcId="{40BFF903-BA21-4F5B-9E3E-252439871CD5}" destId="{7F596B2C-5B11-49A6-800F-F96EFF99DBC5}" srcOrd="3" destOrd="0" presId="urn:microsoft.com/office/officeart/2005/8/layout/vList5"/>
    <dgm:cxn modelId="{B0B152E5-9047-4E12-A353-0FC56585A25E}" type="presParOf" srcId="{40BFF903-BA21-4F5B-9E3E-252439871CD5}" destId="{B1373425-5A8E-405A-B941-BD64D7A453AE}" srcOrd="4" destOrd="0" presId="urn:microsoft.com/office/officeart/2005/8/layout/vList5"/>
    <dgm:cxn modelId="{4BE2C8D6-2A0E-4B96-9EB0-852FC17ECC0C}" type="presParOf" srcId="{B1373425-5A8E-405A-B941-BD64D7A453AE}" destId="{774712F5-78F2-4BB4-9316-7401D76E675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58A2FED-9959-4FE4-B81F-29E5701A70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905A165-1521-4B5C-B721-92C61CEAA4FF}">
      <dgm:prSet/>
      <dgm:spPr/>
      <dgm:t>
        <a:bodyPr/>
        <a:lstStyle/>
        <a:p>
          <a:r>
            <a:rPr lang="en-US"/>
            <a:t>Reports make the data understandable for end users</a:t>
          </a:r>
        </a:p>
      </dgm:t>
    </dgm:pt>
    <dgm:pt modelId="{FCDC0B12-CA53-4A35-9E3F-EB2D6F2D4E00}" type="parTrans" cxnId="{CB2AFFCD-D81C-4166-89FF-191F8B9DAE55}">
      <dgm:prSet/>
      <dgm:spPr/>
      <dgm:t>
        <a:bodyPr/>
        <a:lstStyle/>
        <a:p>
          <a:endParaRPr lang="en-US"/>
        </a:p>
      </dgm:t>
    </dgm:pt>
    <dgm:pt modelId="{9E631EB7-F3D0-4D96-9EF2-C06B8AFE9918}" type="sibTrans" cxnId="{CB2AFFCD-D81C-4166-89FF-191F8B9DAE55}">
      <dgm:prSet/>
      <dgm:spPr/>
      <dgm:t>
        <a:bodyPr/>
        <a:lstStyle/>
        <a:p>
          <a:endParaRPr lang="en-US"/>
        </a:p>
      </dgm:t>
    </dgm:pt>
    <dgm:pt modelId="{2F4A0455-8B83-4FF4-955E-91265FFF5014}">
      <dgm:prSet/>
      <dgm:spPr/>
      <dgm:t>
        <a:bodyPr/>
        <a:lstStyle/>
        <a:p>
          <a:r>
            <a:rPr lang="en-US"/>
            <a:t>The GUI makes the tool usable for anyone</a:t>
          </a:r>
        </a:p>
      </dgm:t>
    </dgm:pt>
    <dgm:pt modelId="{5A42C2E0-955D-4CAA-85CA-C3E610C3AA42}" type="parTrans" cxnId="{5A18936E-343F-4579-AFD7-D89503B68E37}">
      <dgm:prSet/>
      <dgm:spPr/>
      <dgm:t>
        <a:bodyPr/>
        <a:lstStyle/>
        <a:p>
          <a:endParaRPr lang="en-US"/>
        </a:p>
      </dgm:t>
    </dgm:pt>
    <dgm:pt modelId="{F35497F2-528A-47FE-B2CB-4720ED0EF46C}" type="sibTrans" cxnId="{5A18936E-343F-4579-AFD7-D89503B68E37}">
      <dgm:prSet/>
      <dgm:spPr/>
      <dgm:t>
        <a:bodyPr/>
        <a:lstStyle/>
        <a:p>
          <a:endParaRPr lang="en-US"/>
        </a:p>
      </dgm:t>
    </dgm:pt>
    <dgm:pt modelId="{43184061-F919-4819-841E-B4ABC868A162}">
      <dgm:prSet/>
      <dgm:spPr/>
      <dgm:t>
        <a:bodyPr/>
        <a:lstStyle/>
        <a:p>
          <a:r>
            <a:rPr lang="en-US"/>
            <a:t>Report itself -&gt; Prototype</a:t>
          </a:r>
        </a:p>
      </dgm:t>
    </dgm:pt>
    <dgm:pt modelId="{CC228552-4229-4BC5-8AF0-4726B56E7361}" type="parTrans" cxnId="{306689B1-EDEE-4957-AACE-D6B0E961653E}">
      <dgm:prSet/>
      <dgm:spPr/>
      <dgm:t>
        <a:bodyPr/>
        <a:lstStyle/>
        <a:p>
          <a:endParaRPr lang="en-US"/>
        </a:p>
      </dgm:t>
    </dgm:pt>
    <dgm:pt modelId="{910DD609-B588-489F-86E6-FADA2B87071D}" type="sibTrans" cxnId="{306689B1-EDEE-4957-AACE-D6B0E961653E}">
      <dgm:prSet/>
      <dgm:spPr/>
      <dgm:t>
        <a:bodyPr/>
        <a:lstStyle/>
        <a:p>
          <a:endParaRPr lang="en-US"/>
        </a:p>
      </dgm:t>
    </dgm:pt>
    <dgm:pt modelId="{344FF495-52B3-4774-B926-23D2FDF9A818}">
      <dgm:prSet/>
      <dgm:spPr/>
      <dgm:t>
        <a:bodyPr/>
        <a:lstStyle/>
        <a:p>
          <a:r>
            <a:rPr lang="en-US"/>
            <a:t>Report in GUI -&gt; Forensic Tool with Real Application</a:t>
          </a:r>
        </a:p>
      </dgm:t>
    </dgm:pt>
    <dgm:pt modelId="{2F6FE0C6-5212-4CAE-8395-B509E874CBAF}" type="parTrans" cxnId="{FEC5CC2F-73F7-4CCB-AB07-5AD435832708}">
      <dgm:prSet/>
      <dgm:spPr/>
      <dgm:t>
        <a:bodyPr/>
        <a:lstStyle/>
        <a:p>
          <a:endParaRPr lang="en-US"/>
        </a:p>
      </dgm:t>
    </dgm:pt>
    <dgm:pt modelId="{8CD0D284-7C5C-4772-A2B8-9A0F6301FF50}" type="sibTrans" cxnId="{FEC5CC2F-73F7-4CCB-AB07-5AD435832708}">
      <dgm:prSet/>
      <dgm:spPr/>
      <dgm:t>
        <a:bodyPr/>
        <a:lstStyle/>
        <a:p>
          <a:endParaRPr lang="en-US"/>
        </a:p>
      </dgm:t>
    </dgm:pt>
    <dgm:pt modelId="{93471AC1-80C8-4147-B398-ACC362FD0FB6}" type="pres">
      <dgm:prSet presAssocID="{058A2FED-9959-4FE4-B81F-29E5701A7086}" presName="root" presStyleCnt="0">
        <dgm:presLayoutVars>
          <dgm:dir/>
          <dgm:resizeHandles val="exact"/>
        </dgm:presLayoutVars>
      </dgm:prSet>
      <dgm:spPr/>
    </dgm:pt>
    <dgm:pt modelId="{1EAC8D01-8B4F-4EBA-9161-A9D9D2CAE0A4}" type="pres">
      <dgm:prSet presAssocID="{1905A165-1521-4B5C-B721-92C61CEAA4FF}" presName="compNode" presStyleCnt="0"/>
      <dgm:spPr/>
    </dgm:pt>
    <dgm:pt modelId="{4C0C67E1-2202-474C-8C09-EC44C4178FD3}" type="pres">
      <dgm:prSet presAssocID="{1905A165-1521-4B5C-B721-92C61CEAA4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AF6C67-6061-488F-B146-F871F63CA6DA}" type="pres">
      <dgm:prSet presAssocID="{1905A165-1521-4B5C-B721-92C61CEAA4FF}" presName="spaceRect" presStyleCnt="0"/>
      <dgm:spPr/>
    </dgm:pt>
    <dgm:pt modelId="{F5B3D2E2-5A3B-4BD3-9CE3-7512154DBD86}" type="pres">
      <dgm:prSet presAssocID="{1905A165-1521-4B5C-B721-92C61CEAA4FF}" presName="textRect" presStyleLbl="revTx" presStyleIdx="0" presStyleCnt="4">
        <dgm:presLayoutVars>
          <dgm:chMax val="1"/>
          <dgm:chPref val="1"/>
        </dgm:presLayoutVars>
      </dgm:prSet>
      <dgm:spPr/>
    </dgm:pt>
    <dgm:pt modelId="{72D3E311-2B55-4B58-A71D-A7130977A2F4}" type="pres">
      <dgm:prSet presAssocID="{9E631EB7-F3D0-4D96-9EF2-C06B8AFE9918}" presName="sibTrans" presStyleCnt="0"/>
      <dgm:spPr/>
    </dgm:pt>
    <dgm:pt modelId="{1877765C-70E1-4451-A2AE-E7DA606A812E}" type="pres">
      <dgm:prSet presAssocID="{2F4A0455-8B83-4FF4-955E-91265FFF5014}" presName="compNode" presStyleCnt="0"/>
      <dgm:spPr/>
    </dgm:pt>
    <dgm:pt modelId="{9725CB7E-F275-4BE7-B4C2-10C9F872F64F}" type="pres">
      <dgm:prSet presAssocID="{2F4A0455-8B83-4FF4-955E-91265FFF50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841C7990-DCAC-4BCF-A4F1-7D46E492DCE2}" type="pres">
      <dgm:prSet presAssocID="{2F4A0455-8B83-4FF4-955E-91265FFF5014}" presName="spaceRect" presStyleCnt="0"/>
      <dgm:spPr/>
    </dgm:pt>
    <dgm:pt modelId="{21A49A45-3E19-4A33-8C11-753DE695B9A0}" type="pres">
      <dgm:prSet presAssocID="{2F4A0455-8B83-4FF4-955E-91265FFF5014}" presName="textRect" presStyleLbl="revTx" presStyleIdx="1" presStyleCnt="4">
        <dgm:presLayoutVars>
          <dgm:chMax val="1"/>
          <dgm:chPref val="1"/>
        </dgm:presLayoutVars>
      </dgm:prSet>
      <dgm:spPr/>
    </dgm:pt>
    <dgm:pt modelId="{10E8AF00-54B5-4F91-8692-65C19A1990B3}" type="pres">
      <dgm:prSet presAssocID="{F35497F2-528A-47FE-B2CB-4720ED0EF46C}" presName="sibTrans" presStyleCnt="0"/>
      <dgm:spPr/>
    </dgm:pt>
    <dgm:pt modelId="{1D752CA2-0CCE-4364-A21D-584E813B0FFA}" type="pres">
      <dgm:prSet presAssocID="{43184061-F919-4819-841E-B4ABC868A162}" presName="compNode" presStyleCnt="0"/>
      <dgm:spPr/>
    </dgm:pt>
    <dgm:pt modelId="{0AC9CB85-D715-4366-8EDD-B688AF461D10}" type="pres">
      <dgm:prSet presAssocID="{43184061-F919-4819-841E-B4ABC868A1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63D30D1-0DED-4EAE-91A1-20D62D915FCF}" type="pres">
      <dgm:prSet presAssocID="{43184061-F919-4819-841E-B4ABC868A162}" presName="spaceRect" presStyleCnt="0"/>
      <dgm:spPr/>
    </dgm:pt>
    <dgm:pt modelId="{B864E3CF-2E52-4CB7-B560-C93E0DAD9FAE}" type="pres">
      <dgm:prSet presAssocID="{43184061-F919-4819-841E-B4ABC868A162}" presName="textRect" presStyleLbl="revTx" presStyleIdx="2" presStyleCnt="4">
        <dgm:presLayoutVars>
          <dgm:chMax val="1"/>
          <dgm:chPref val="1"/>
        </dgm:presLayoutVars>
      </dgm:prSet>
      <dgm:spPr/>
    </dgm:pt>
    <dgm:pt modelId="{00A323D5-3C1B-4EBB-AAE9-AE7F7DC50907}" type="pres">
      <dgm:prSet presAssocID="{910DD609-B588-489F-86E6-FADA2B87071D}" presName="sibTrans" presStyleCnt="0"/>
      <dgm:spPr/>
    </dgm:pt>
    <dgm:pt modelId="{980D6FE7-AB3F-4401-9EA1-0777A401AFA7}" type="pres">
      <dgm:prSet presAssocID="{344FF495-52B3-4774-B926-23D2FDF9A818}" presName="compNode" presStyleCnt="0"/>
      <dgm:spPr/>
    </dgm:pt>
    <dgm:pt modelId="{757B0AB9-2954-4C9B-A2AE-7B11B6B3FD8E}" type="pres">
      <dgm:prSet presAssocID="{344FF495-52B3-4774-B926-23D2FDF9A81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C3E05DF9-B926-4DC7-BE02-90F675E6FB0C}" type="pres">
      <dgm:prSet presAssocID="{344FF495-52B3-4774-B926-23D2FDF9A818}" presName="spaceRect" presStyleCnt="0"/>
      <dgm:spPr/>
    </dgm:pt>
    <dgm:pt modelId="{552051D4-AB37-4214-A360-ACBA1849863A}" type="pres">
      <dgm:prSet presAssocID="{344FF495-52B3-4774-B926-23D2FDF9A81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EC5CC2F-73F7-4CCB-AB07-5AD435832708}" srcId="{058A2FED-9959-4FE4-B81F-29E5701A7086}" destId="{344FF495-52B3-4774-B926-23D2FDF9A818}" srcOrd="3" destOrd="0" parTransId="{2F6FE0C6-5212-4CAE-8395-B509E874CBAF}" sibTransId="{8CD0D284-7C5C-4772-A2B8-9A0F6301FF50}"/>
    <dgm:cxn modelId="{4B8E0E5B-70D7-4E2A-9334-D1C924D4792E}" type="presOf" srcId="{43184061-F919-4819-841E-B4ABC868A162}" destId="{B864E3CF-2E52-4CB7-B560-C93E0DAD9FAE}" srcOrd="0" destOrd="0" presId="urn:microsoft.com/office/officeart/2018/2/layout/IconLabelList"/>
    <dgm:cxn modelId="{5A18936E-343F-4579-AFD7-D89503B68E37}" srcId="{058A2FED-9959-4FE4-B81F-29E5701A7086}" destId="{2F4A0455-8B83-4FF4-955E-91265FFF5014}" srcOrd="1" destOrd="0" parTransId="{5A42C2E0-955D-4CAA-85CA-C3E610C3AA42}" sibTransId="{F35497F2-528A-47FE-B2CB-4720ED0EF46C}"/>
    <dgm:cxn modelId="{12394C74-B52C-48F1-AD0A-05D0C94375ED}" type="presOf" srcId="{058A2FED-9959-4FE4-B81F-29E5701A7086}" destId="{93471AC1-80C8-4147-B398-ACC362FD0FB6}" srcOrd="0" destOrd="0" presId="urn:microsoft.com/office/officeart/2018/2/layout/IconLabelList"/>
    <dgm:cxn modelId="{A053B78C-4674-409E-A0A3-53AEB5B328FC}" type="presOf" srcId="{344FF495-52B3-4774-B926-23D2FDF9A818}" destId="{552051D4-AB37-4214-A360-ACBA1849863A}" srcOrd="0" destOrd="0" presId="urn:microsoft.com/office/officeart/2018/2/layout/IconLabelList"/>
    <dgm:cxn modelId="{FF066FA6-7779-4B5F-BCEE-B5F0B479141E}" type="presOf" srcId="{2F4A0455-8B83-4FF4-955E-91265FFF5014}" destId="{21A49A45-3E19-4A33-8C11-753DE695B9A0}" srcOrd="0" destOrd="0" presId="urn:microsoft.com/office/officeart/2018/2/layout/IconLabelList"/>
    <dgm:cxn modelId="{5AE083B0-7AA0-4FEC-BCB3-5E20CB77F841}" type="presOf" srcId="{1905A165-1521-4B5C-B721-92C61CEAA4FF}" destId="{F5B3D2E2-5A3B-4BD3-9CE3-7512154DBD86}" srcOrd="0" destOrd="0" presId="urn:microsoft.com/office/officeart/2018/2/layout/IconLabelList"/>
    <dgm:cxn modelId="{306689B1-EDEE-4957-AACE-D6B0E961653E}" srcId="{058A2FED-9959-4FE4-B81F-29E5701A7086}" destId="{43184061-F919-4819-841E-B4ABC868A162}" srcOrd="2" destOrd="0" parTransId="{CC228552-4229-4BC5-8AF0-4726B56E7361}" sibTransId="{910DD609-B588-489F-86E6-FADA2B87071D}"/>
    <dgm:cxn modelId="{CB2AFFCD-D81C-4166-89FF-191F8B9DAE55}" srcId="{058A2FED-9959-4FE4-B81F-29E5701A7086}" destId="{1905A165-1521-4B5C-B721-92C61CEAA4FF}" srcOrd="0" destOrd="0" parTransId="{FCDC0B12-CA53-4A35-9E3F-EB2D6F2D4E00}" sibTransId="{9E631EB7-F3D0-4D96-9EF2-C06B8AFE9918}"/>
    <dgm:cxn modelId="{5EAE9A67-A654-4FB1-9B53-6B06D0D92AAA}" type="presParOf" srcId="{93471AC1-80C8-4147-B398-ACC362FD0FB6}" destId="{1EAC8D01-8B4F-4EBA-9161-A9D9D2CAE0A4}" srcOrd="0" destOrd="0" presId="urn:microsoft.com/office/officeart/2018/2/layout/IconLabelList"/>
    <dgm:cxn modelId="{9920ABCF-EE1C-4857-914A-7C236F5DCCA0}" type="presParOf" srcId="{1EAC8D01-8B4F-4EBA-9161-A9D9D2CAE0A4}" destId="{4C0C67E1-2202-474C-8C09-EC44C4178FD3}" srcOrd="0" destOrd="0" presId="urn:microsoft.com/office/officeart/2018/2/layout/IconLabelList"/>
    <dgm:cxn modelId="{7912B269-C495-4290-8BCB-B4092BCA6D4C}" type="presParOf" srcId="{1EAC8D01-8B4F-4EBA-9161-A9D9D2CAE0A4}" destId="{75AF6C67-6061-488F-B146-F871F63CA6DA}" srcOrd="1" destOrd="0" presId="urn:microsoft.com/office/officeart/2018/2/layout/IconLabelList"/>
    <dgm:cxn modelId="{C3A0C286-F17D-4437-BBF7-A512C99678A6}" type="presParOf" srcId="{1EAC8D01-8B4F-4EBA-9161-A9D9D2CAE0A4}" destId="{F5B3D2E2-5A3B-4BD3-9CE3-7512154DBD86}" srcOrd="2" destOrd="0" presId="urn:microsoft.com/office/officeart/2018/2/layout/IconLabelList"/>
    <dgm:cxn modelId="{57B2ED19-F95C-4033-9B57-83F0940486B8}" type="presParOf" srcId="{93471AC1-80C8-4147-B398-ACC362FD0FB6}" destId="{72D3E311-2B55-4B58-A71D-A7130977A2F4}" srcOrd="1" destOrd="0" presId="urn:microsoft.com/office/officeart/2018/2/layout/IconLabelList"/>
    <dgm:cxn modelId="{3DC7F484-2F59-4B0A-8F9D-75E544F6B016}" type="presParOf" srcId="{93471AC1-80C8-4147-B398-ACC362FD0FB6}" destId="{1877765C-70E1-4451-A2AE-E7DA606A812E}" srcOrd="2" destOrd="0" presId="urn:microsoft.com/office/officeart/2018/2/layout/IconLabelList"/>
    <dgm:cxn modelId="{55097137-C76B-47FA-8B81-3095AFF9497E}" type="presParOf" srcId="{1877765C-70E1-4451-A2AE-E7DA606A812E}" destId="{9725CB7E-F275-4BE7-B4C2-10C9F872F64F}" srcOrd="0" destOrd="0" presId="urn:microsoft.com/office/officeart/2018/2/layout/IconLabelList"/>
    <dgm:cxn modelId="{F46C7A7C-5EED-4BB8-A300-4BB37D3020AE}" type="presParOf" srcId="{1877765C-70E1-4451-A2AE-E7DA606A812E}" destId="{841C7990-DCAC-4BCF-A4F1-7D46E492DCE2}" srcOrd="1" destOrd="0" presId="urn:microsoft.com/office/officeart/2018/2/layout/IconLabelList"/>
    <dgm:cxn modelId="{C48177B3-77D1-4BC2-9F38-C77178F8A13E}" type="presParOf" srcId="{1877765C-70E1-4451-A2AE-E7DA606A812E}" destId="{21A49A45-3E19-4A33-8C11-753DE695B9A0}" srcOrd="2" destOrd="0" presId="urn:microsoft.com/office/officeart/2018/2/layout/IconLabelList"/>
    <dgm:cxn modelId="{39F5C647-6CCC-41CA-A37F-D3BB5B412A64}" type="presParOf" srcId="{93471AC1-80C8-4147-B398-ACC362FD0FB6}" destId="{10E8AF00-54B5-4F91-8692-65C19A1990B3}" srcOrd="3" destOrd="0" presId="urn:microsoft.com/office/officeart/2018/2/layout/IconLabelList"/>
    <dgm:cxn modelId="{5B4E81E1-64AC-4CB1-83D6-9CD073013F75}" type="presParOf" srcId="{93471AC1-80C8-4147-B398-ACC362FD0FB6}" destId="{1D752CA2-0CCE-4364-A21D-584E813B0FFA}" srcOrd="4" destOrd="0" presId="urn:microsoft.com/office/officeart/2018/2/layout/IconLabelList"/>
    <dgm:cxn modelId="{FD68B756-B8CA-4372-BBCD-0B9983B01AAF}" type="presParOf" srcId="{1D752CA2-0CCE-4364-A21D-584E813B0FFA}" destId="{0AC9CB85-D715-4366-8EDD-B688AF461D10}" srcOrd="0" destOrd="0" presId="urn:microsoft.com/office/officeart/2018/2/layout/IconLabelList"/>
    <dgm:cxn modelId="{AB698637-BA2B-48D0-8964-B9327F878392}" type="presParOf" srcId="{1D752CA2-0CCE-4364-A21D-584E813B0FFA}" destId="{263D30D1-0DED-4EAE-91A1-20D62D915FCF}" srcOrd="1" destOrd="0" presId="urn:microsoft.com/office/officeart/2018/2/layout/IconLabelList"/>
    <dgm:cxn modelId="{51CE000F-6524-4616-A9FD-941233B03BD3}" type="presParOf" srcId="{1D752CA2-0CCE-4364-A21D-584E813B0FFA}" destId="{B864E3CF-2E52-4CB7-B560-C93E0DAD9FAE}" srcOrd="2" destOrd="0" presId="urn:microsoft.com/office/officeart/2018/2/layout/IconLabelList"/>
    <dgm:cxn modelId="{ECFF357F-A72E-4AAC-AE6F-47FA4860DA88}" type="presParOf" srcId="{93471AC1-80C8-4147-B398-ACC362FD0FB6}" destId="{00A323D5-3C1B-4EBB-AAE9-AE7F7DC50907}" srcOrd="5" destOrd="0" presId="urn:microsoft.com/office/officeart/2018/2/layout/IconLabelList"/>
    <dgm:cxn modelId="{FAB99F2B-846E-480A-A9B2-7150D71A6194}" type="presParOf" srcId="{93471AC1-80C8-4147-B398-ACC362FD0FB6}" destId="{980D6FE7-AB3F-4401-9EA1-0777A401AFA7}" srcOrd="6" destOrd="0" presId="urn:microsoft.com/office/officeart/2018/2/layout/IconLabelList"/>
    <dgm:cxn modelId="{2C3923E2-1F2F-43FE-BB2F-2BC7714CC101}" type="presParOf" srcId="{980D6FE7-AB3F-4401-9EA1-0777A401AFA7}" destId="{757B0AB9-2954-4C9B-A2AE-7B11B6B3FD8E}" srcOrd="0" destOrd="0" presId="urn:microsoft.com/office/officeart/2018/2/layout/IconLabelList"/>
    <dgm:cxn modelId="{4202135C-5A74-4A30-9255-F19B12E09786}" type="presParOf" srcId="{980D6FE7-AB3F-4401-9EA1-0777A401AFA7}" destId="{C3E05DF9-B926-4DC7-BE02-90F675E6FB0C}" srcOrd="1" destOrd="0" presId="urn:microsoft.com/office/officeart/2018/2/layout/IconLabelList"/>
    <dgm:cxn modelId="{2B88B3E3-80E7-4562-B4F4-F8D10D4F613A}" type="presParOf" srcId="{980D6FE7-AB3F-4401-9EA1-0777A401AFA7}" destId="{552051D4-AB37-4214-A360-ACBA184986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F286879-58AB-43C1-863E-9D73DBECF80E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024FEF-877E-47AB-ACBD-3E71284ACEE7}">
      <dgm:prSet/>
      <dgm:spPr/>
      <dgm:t>
        <a:bodyPr/>
        <a:lstStyle/>
        <a:p>
          <a:r>
            <a:rPr lang="en-US"/>
            <a:t>Challenge 1: Learning Wireshark from Scratch</a:t>
          </a:r>
        </a:p>
      </dgm:t>
    </dgm:pt>
    <dgm:pt modelId="{902A7A71-DA08-40E5-9805-136B8DA3AAD4}" type="parTrans" cxnId="{949E8A35-CE11-4052-AFE9-DA712744CAAC}">
      <dgm:prSet/>
      <dgm:spPr/>
      <dgm:t>
        <a:bodyPr/>
        <a:lstStyle/>
        <a:p>
          <a:endParaRPr lang="en-US"/>
        </a:p>
      </dgm:t>
    </dgm:pt>
    <dgm:pt modelId="{ED62C107-CCD9-4EAD-8B3C-6CF6AC41368B}" type="sibTrans" cxnId="{949E8A35-CE11-4052-AFE9-DA712744CAAC}">
      <dgm:prSet/>
      <dgm:spPr/>
      <dgm:t>
        <a:bodyPr/>
        <a:lstStyle/>
        <a:p>
          <a:endParaRPr lang="en-US"/>
        </a:p>
      </dgm:t>
    </dgm:pt>
    <dgm:pt modelId="{EA415DB5-5040-4923-B7BF-0379A6CF0661}">
      <dgm:prSet/>
      <dgm:spPr/>
      <dgm:t>
        <a:bodyPr/>
        <a:lstStyle/>
        <a:p>
          <a:r>
            <a:rPr lang="en-US"/>
            <a:t>Solution: Research and Videos</a:t>
          </a:r>
        </a:p>
      </dgm:t>
    </dgm:pt>
    <dgm:pt modelId="{9D3F4780-7DBC-41E8-A756-C43629CEE949}" type="parTrans" cxnId="{0EF8D07C-4E6E-4DE9-9AE0-F570623F261D}">
      <dgm:prSet/>
      <dgm:spPr/>
      <dgm:t>
        <a:bodyPr/>
        <a:lstStyle/>
        <a:p>
          <a:endParaRPr lang="en-US"/>
        </a:p>
      </dgm:t>
    </dgm:pt>
    <dgm:pt modelId="{D7E50546-5488-4323-BB5A-AAC4F453E958}" type="sibTrans" cxnId="{0EF8D07C-4E6E-4DE9-9AE0-F570623F261D}">
      <dgm:prSet/>
      <dgm:spPr/>
      <dgm:t>
        <a:bodyPr/>
        <a:lstStyle/>
        <a:p>
          <a:endParaRPr lang="en-US"/>
        </a:p>
      </dgm:t>
    </dgm:pt>
    <dgm:pt modelId="{A8285875-15D6-42E3-A2F8-491067C11749}">
      <dgm:prSet/>
      <dgm:spPr/>
      <dgm:t>
        <a:bodyPr/>
        <a:lstStyle/>
        <a:p>
          <a:r>
            <a:rPr lang="en-US"/>
            <a:t>Challenge 2: False Positives</a:t>
          </a:r>
        </a:p>
      </dgm:t>
    </dgm:pt>
    <dgm:pt modelId="{6312F5E8-969F-4EF5-94FB-96770B4A5238}" type="parTrans" cxnId="{CF412EAC-E00C-42AA-8CFE-306736AF10A8}">
      <dgm:prSet/>
      <dgm:spPr/>
      <dgm:t>
        <a:bodyPr/>
        <a:lstStyle/>
        <a:p>
          <a:endParaRPr lang="en-US"/>
        </a:p>
      </dgm:t>
    </dgm:pt>
    <dgm:pt modelId="{7AB1EBF3-D8A8-44DD-91AC-B8C296091578}" type="sibTrans" cxnId="{CF412EAC-E00C-42AA-8CFE-306736AF10A8}">
      <dgm:prSet/>
      <dgm:spPr/>
      <dgm:t>
        <a:bodyPr/>
        <a:lstStyle/>
        <a:p>
          <a:endParaRPr lang="en-US"/>
        </a:p>
      </dgm:t>
    </dgm:pt>
    <dgm:pt modelId="{5F29BF43-428A-4924-9FB0-BC484CE97E0B}">
      <dgm:prSet/>
      <dgm:spPr/>
      <dgm:t>
        <a:bodyPr/>
        <a:lstStyle/>
        <a:p>
          <a:r>
            <a:rPr lang="en-US"/>
            <a:t>Solution: TRUST NOTHING. Treat these positives like any other. Cybersecurity is important. Do research as to why the positive shows up and clear it.</a:t>
          </a:r>
        </a:p>
      </dgm:t>
    </dgm:pt>
    <dgm:pt modelId="{B2F61DAD-C726-4D51-8BA7-BCAA198372EC}" type="parTrans" cxnId="{FB1748B9-0E71-40E5-AAE5-2EAB26D2488C}">
      <dgm:prSet/>
      <dgm:spPr/>
      <dgm:t>
        <a:bodyPr/>
        <a:lstStyle/>
        <a:p>
          <a:endParaRPr lang="en-US"/>
        </a:p>
      </dgm:t>
    </dgm:pt>
    <dgm:pt modelId="{2B49DAD5-C4E8-418E-8843-DADFA6F16F76}" type="sibTrans" cxnId="{FB1748B9-0E71-40E5-AAE5-2EAB26D2488C}">
      <dgm:prSet/>
      <dgm:spPr/>
      <dgm:t>
        <a:bodyPr/>
        <a:lstStyle/>
        <a:p>
          <a:endParaRPr lang="en-US"/>
        </a:p>
      </dgm:t>
    </dgm:pt>
    <dgm:pt modelId="{AC828C74-A915-4363-8021-7123DACEB1F8}">
      <dgm:prSet/>
      <dgm:spPr/>
      <dgm:t>
        <a:bodyPr/>
        <a:lstStyle/>
        <a:p>
          <a:r>
            <a:rPr lang="en-US"/>
            <a:t>Challenge 3: Thinking like an end user</a:t>
          </a:r>
        </a:p>
      </dgm:t>
    </dgm:pt>
    <dgm:pt modelId="{2084CEF7-E58B-491F-AB03-322F53879EDE}" type="parTrans" cxnId="{E90DDBEC-B429-44C5-8423-EC96E46A9A9E}">
      <dgm:prSet/>
      <dgm:spPr/>
      <dgm:t>
        <a:bodyPr/>
        <a:lstStyle/>
        <a:p>
          <a:endParaRPr lang="en-US"/>
        </a:p>
      </dgm:t>
    </dgm:pt>
    <dgm:pt modelId="{62A2BEB0-8EDD-4A14-B362-07EBFF2A2754}" type="sibTrans" cxnId="{E90DDBEC-B429-44C5-8423-EC96E46A9A9E}">
      <dgm:prSet/>
      <dgm:spPr/>
      <dgm:t>
        <a:bodyPr/>
        <a:lstStyle/>
        <a:p>
          <a:endParaRPr lang="en-US"/>
        </a:p>
      </dgm:t>
    </dgm:pt>
    <dgm:pt modelId="{F9F96A73-1D2B-452D-9256-4D2CCD1631B1}">
      <dgm:prSet/>
      <dgm:spPr/>
      <dgm:t>
        <a:bodyPr/>
        <a:lstStyle/>
        <a:p>
          <a:r>
            <a:rPr lang="en-US"/>
            <a:t>Solution: When designing the GUI, I pretended I had no knowledge on the subject. Made the GUI a simple and usable as possible</a:t>
          </a:r>
        </a:p>
      </dgm:t>
    </dgm:pt>
    <dgm:pt modelId="{3F42E4C0-72C7-4433-AD0B-D731B23644BD}" type="parTrans" cxnId="{19B1F5B2-D657-445F-B5F5-14710EACC92B}">
      <dgm:prSet/>
      <dgm:spPr/>
      <dgm:t>
        <a:bodyPr/>
        <a:lstStyle/>
        <a:p>
          <a:endParaRPr lang="en-US"/>
        </a:p>
      </dgm:t>
    </dgm:pt>
    <dgm:pt modelId="{805F7D6B-43C4-40C8-AAD5-A71CCC05EDDD}" type="sibTrans" cxnId="{19B1F5B2-D657-445F-B5F5-14710EACC92B}">
      <dgm:prSet/>
      <dgm:spPr/>
      <dgm:t>
        <a:bodyPr/>
        <a:lstStyle/>
        <a:p>
          <a:endParaRPr lang="en-US"/>
        </a:p>
      </dgm:t>
    </dgm:pt>
    <dgm:pt modelId="{0C284609-F92B-441E-855A-8AA8B6897301}" type="pres">
      <dgm:prSet presAssocID="{7F286879-58AB-43C1-863E-9D73DBECF80E}" presName="Name0" presStyleCnt="0">
        <dgm:presLayoutVars>
          <dgm:dir/>
          <dgm:animLvl val="lvl"/>
          <dgm:resizeHandles val="exact"/>
        </dgm:presLayoutVars>
      </dgm:prSet>
      <dgm:spPr/>
    </dgm:pt>
    <dgm:pt modelId="{67162F80-4EA2-4B07-95D6-A249DB908DFD}" type="pres">
      <dgm:prSet presAssocID="{66024FEF-877E-47AB-ACBD-3E71284ACEE7}" presName="linNode" presStyleCnt="0"/>
      <dgm:spPr/>
    </dgm:pt>
    <dgm:pt modelId="{D3DB42AA-C8BE-4215-A7E8-1FBB64E1C990}" type="pres">
      <dgm:prSet presAssocID="{66024FEF-877E-47AB-ACBD-3E71284ACEE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B49EAA5-4D1C-4C2C-AFA9-FFF8FB0EC191}" type="pres">
      <dgm:prSet presAssocID="{66024FEF-877E-47AB-ACBD-3E71284ACEE7}" presName="descendantText" presStyleLbl="alignAccFollowNode1" presStyleIdx="0" presStyleCnt="3">
        <dgm:presLayoutVars>
          <dgm:bulletEnabled val="1"/>
        </dgm:presLayoutVars>
      </dgm:prSet>
      <dgm:spPr/>
    </dgm:pt>
    <dgm:pt modelId="{03AF57AE-9D63-4A15-BC0D-FFACE01656E1}" type="pres">
      <dgm:prSet presAssocID="{ED62C107-CCD9-4EAD-8B3C-6CF6AC41368B}" presName="sp" presStyleCnt="0"/>
      <dgm:spPr/>
    </dgm:pt>
    <dgm:pt modelId="{2EB053AD-56BF-466F-BCFC-9D184FEF72F5}" type="pres">
      <dgm:prSet presAssocID="{A8285875-15D6-42E3-A2F8-491067C11749}" presName="linNode" presStyleCnt="0"/>
      <dgm:spPr/>
    </dgm:pt>
    <dgm:pt modelId="{4FC01F55-4E8B-4777-9F8D-718785DC0539}" type="pres">
      <dgm:prSet presAssocID="{A8285875-15D6-42E3-A2F8-491067C1174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EDCCF8E-86C4-4311-9553-A448458F2A2C}" type="pres">
      <dgm:prSet presAssocID="{A8285875-15D6-42E3-A2F8-491067C11749}" presName="descendantText" presStyleLbl="alignAccFollowNode1" presStyleIdx="1" presStyleCnt="3">
        <dgm:presLayoutVars>
          <dgm:bulletEnabled val="1"/>
        </dgm:presLayoutVars>
      </dgm:prSet>
      <dgm:spPr/>
    </dgm:pt>
    <dgm:pt modelId="{5B109294-FEA7-445B-91B5-D79FB2A611D0}" type="pres">
      <dgm:prSet presAssocID="{7AB1EBF3-D8A8-44DD-91AC-B8C296091578}" presName="sp" presStyleCnt="0"/>
      <dgm:spPr/>
    </dgm:pt>
    <dgm:pt modelId="{AF6872D7-648B-4FB2-A8C3-5C393E5B6ED2}" type="pres">
      <dgm:prSet presAssocID="{AC828C74-A915-4363-8021-7123DACEB1F8}" presName="linNode" presStyleCnt="0"/>
      <dgm:spPr/>
    </dgm:pt>
    <dgm:pt modelId="{C5B79C0E-42AD-4F6B-940A-EFBBC4B2D169}" type="pres">
      <dgm:prSet presAssocID="{AC828C74-A915-4363-8021-7123DACEB1F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267EBB7-F472-48B4-B3E1-9D1699F5BAD7}" type="pres">
      <dgm:prSet presAssocID="{AC828C74-A915-4363-8021-7123DACEB1F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D7F77021-97B5-4438-AABC-51E361A6611D}" type="presOf" srcId="{66024FEF-877E-47AB-ACBD-3E71284ACEE7}" destId="{D3DB42AA-C8BE-4215-A7E8-1FBB64E1C990}" srcOrd="0" destOrd="0" presId="urn:microsoft.com/office/officeart/2005/8/layout/vList5"/>
    <dgm:cxn modelId="{949E8A35-CE11-4052-AFE9-DA712744CAAC}" srcId="{7F286879-58AB-43C1-863E-9D73DBECF80E}" destId="{66024FEF-877E-47AB-ACBD-3E71284ACEE7}" srcOrd="0" destOrd="0" parTransId="{902A7A71-DA08-40E5-9805-136B8DA3AAD4}" sibTransId="{ED62C107-CCD9-4EAD-8B3C-6CF6AC41368B}"/>
    <dgm:cxn modelId="{0EF8D07C-4E6E-4DE9-9AE0-F570623F261D}" srcId="{66024FEF-877E-47AB-ACBD-3E71284ACEE7}" destId="{EA415DB5-5040-4923-B7BF-0379A6CF0661}" srcOrd="0" destOrd="0" parTransId="{9D3F4780-7DBC-41E8-A756-C43629CEE949}" sibTransId="{D7E50546-5488-4323-BB5A-AAC4F453E958}"/>
    <dgm:cxn modelId="{29360393-6AE0-444A-8D12-3A0D3D3457C8}" type="presOf" srcId="{EA415DB5-5040-4923-B7BF-0379A6CF0661}" destId="{1B49EAA5-4D1C-4C2C-AFA9-FFF8FB0EC191}" srcOrd="0" destOrd="0" presId="urn:microsoft.com/office/officeart/2005/8/layout/vList5"/>
    <dgm:cxn modelId="{CF412EAC-E00C-42AA-8CFE-306736AF10A8}" srcId="{7F286879-58AB-43C1-863E-9D73DBECF80E}" destId="{A8285875-15D6-42E3-A2F8-491067C11749}" srcOrd="1" destOrd="0" parTransId="{6312F5E8-969F-4EF5-94FB-96770B4A5238}" sibTransId="{7AB1EBF3-D8A8-44DD-91AC-B8C296091578}"/>
    <dgm:cxn modelId="{9DEC3EB1-31B2-4026-80B3-654F92FA4814}" type="presOf" srcId="{A8285875-15D6-42E3-A2F8-491067C11749}" destId="{4FC01F55-4E8B-4777-9F8D-718785DC0539}" srcOrd="0" destOrd="0" presId="urn:microsoft.com/office/officeart/2005/8/layout/vList5"/>
    <dgm:cxn modelId="{19B1F5B2-D657-445F-B5F5-14710EACC92B}" srcId="{AC828C74-A915-4363-8021-7123DACEB1F8}" destId="{F9F96A73-1D2B-452D-9256-4D2CCD1631B1}" srcOrd="0" destOrd="0" parTransId="{3F42E4C0-72C7-4433-AD0B-D731B23644BD}" sibTransId="{805F7D6B-43C4-40C8-AAD5-A71CCC05EDDD}"/>
    <dgm:cxn modelId="{5C9ADAB7-9440-485E-8FEC-57318FC10F1F}" type="presOf" srcId="{F9F96A73-1D2B-452D-9256-4D2CCD1631B1}" destId="{5267EBB7-F472-48B4-B3E1-9D1699F5BAD7}" srcOrd="0" destOrd="0" presId="urn:microsoft.com/office/officeart/2005/8/layout/vList5"/>
    <dgm:cxn modelId="{FB1748B9-0E71-40E5-AAE5-2EAB26D2488C}" srcId="{A8285875-15D6-42E3-A2F8-491067C11749}" destId="{5F29BF43-428A-4924-9FB0-BC484CE97E0B}" srcOrd="0" destOrd="0" parTransId="{B2F61DAD-C726-4D51-8BA7-BCAA198372EC}" sibTransId="{2B49DAD5-C4E8-418E-8843-DADFA6F16F76}"/>
    <dgm:cxn modelId="{58977FB9-3DC7-46C7-976E-B3F9F9735C1E}" type="presOf" srcId="{5F29BF43-428A-4924-9FB0-BC484CE97E0B}" destId="{DEDCCF8E-86C4-4311-9553-A448458F2A2C}" srcOrd="0" destOrd="0" presId="urn:microsoft.com/office/officeart/2005/8/layout/vList5"/>
    <dgm:cxn modelId="{AEF3D6EC-E67C-49EB-A2AA-E1889DF225E2}" type="presOf" srcId="{7F286879-58AB-43C1-863E-9D73DBECF80E}" destId="{0C284609-F92B-441E-855A-8AA8B6897301}" srcOrd="0" destOrd="0" presId="urn:microsoft.com/office/officeart/2005/8/layout/vList5"/>
    <dgm:cxn modelId="{E90DDBEC-B429-44C5-8423-EC96E46A9A9E}" srcId="{7F286879-58AB-43C1-863E-9D73DBECF80E}" destId="{AC828C74-A915-4363-8021-7123DACEB1F8}" srcOrd="2" destOrd="0" parTransId="{2084CEF7-E58B-491F-AB03-322F53879EDE}" sibTransId="{62A2BEB0-8EDD-4A14-B362-07EBFF2A2754}"/>
    <dgm:cxn modelId="{26B3ECF8-CDF0-48B6-98F5-7E360FEFAD7F}" type="presOf" srcId="{AC828C74-A915-4363-8021-7123DACEB1F8}" destId="{C5B79C0E-42AD-4F6B-940A-EFBBC4B2D169}" srcOrd="0" destOrd="0" presId="urn:microsoft.com/office/officeart/2005/8/layout/vList5"/>
    <dgm:cxn modelId="{7E52A642-B963-4BFD-960C-FF5ED11C9445}" type="presParOf" srcId="{0C284609-F92B-441E-855A-8AA8B6897301}" destId="{67162F80-4EA2-4B07-95D6-A249DB908DFD}" srcOrd="0" destOrd="0" presId="urn:microsoft.com/office/officeart/2005/8/layout/vList5"/>
    <dgm:cxn modelId="{8C8EA548-A5CF-4BBA-8257-327D5DDE42AB}" type="presParOf" srcId="{67162F80-4EA2-4B07-95D6-A249DB908DFD}" destId="{D3DB42AA-C8BE-4215-A7E8-1FBB64E1C990}" srcOrd="0" destOrd="0" presId="urn:microsoft.com/office/officeart/2005/8/layout/vList5"/>
    <dgm:cxn modelId="{7C054044-BF5F-4D89-B3C9-B101F398D891}" type="presParOf" srcId="{67162F80-4EA2-4B07-95D6-A249DB908DFD}" destId="{1B49EAA5-4D1C-4C2C-AFA9-FFF8FB0EC191}" srcOrd="1" destOrd="0" presId="urn:microsoft.com/office/officeart/2005/8/layout/vList5"/>
    <dgm:cxn modelId="{FF680DC3-9A23-4A15-9041-BC60B9EA6F52}" type="presParOf" srcId="{0C284609-F92B-441E-855A-8AA8B6897301}" destId="{03AF57AE-9D63-4A15-BC0D-FFACE01656E1}" srcOrd="1" destOrd="0" presId="urn:microsoft.com/office/officeart/2005/8/layout/vList5"/>
    <dgm:cxn modelId="{118A7B97-0708-4463-9EE0-3E842F3E76C7}" type="presParOf" srcId="{0C284609-F92B-441E-855A-8AA8B6897301}" destId="{2EB053AD-56BF-466F-BCFC-9D184FEF72F5}" srcOrd="2" destOrd="0" presId="urn:microsoft.com/office/officeart/2005/8/layout/vList5"/>
    <dgm:cxn modelId="{B27CB899-AE75-440E-9CAC-845E2FDA576A}" type="presParOf" srcId="{2EB053AD-56BF-466F-BCFC-9D184FEF72F5}" destId="{4FC01F55-4E8B-4777-9F8D-718785DC0539}" srcOrd="0" destOrd="0" presId="urn:microsoft.com/office/officeart/2005/8/layout/vList5"/>
    <dgm:cxn modelId="{7371918E-E8A4-470C-8413-05861AB6FC76}" type="presParOf" srcId="{2EB053AD-56BF-466F-BCFC-9D184FEF72F5}" destId="{DEDCCF8E-86C4-4311-9553-A448458F2A2C}" srcOrd="1" destOrd="0" presId="urn:microsoft.com/office/officeart/2005/8/layout/vList5"/>
    <dgm:cxn modelId="{B8225EAC-E240-4671-A6FE-72D1E19F3BD8}" type="presParOf" srcId="{0C284609-F92B-441E-855A-8AA8B6897301}" destId="{5B109294-FEA7-445B-91B5-D79FB2A611D0}" srcOrd="3" destOrd="0" presId="urn:microsoft.com/office/officeart/2005/8/layout/vList5"/>
    <dgm:cxn modelId="{DFAF0F93-ABD8-43BA-8DA1-3D8A796654F0}" type="presParOf" srcId="{0C284609-F92B-441E-855A-8AA8B6897301}" destId="{AF6872D7-648B-4FB2-A8C3-5C393E5B6ED2}" srcOrd="4" destOrd="0" presId="urn:microsoft.com/office/officeart/2005/8/layout/vList5"/>
    <dgm:cxn modelId="{FBC02936-D136-41B1-958D-FDCB360CCDDF}" type="presParOf" srcId="{AF6872D7-648B-4FB2-A8C3-5C393E5B6ED2}" destId="{C5B79C0E-42AD-4F6B-940A-EFBBC4B2D169}" srcOrd="0" destOrd="0" presId="urn:microsoft.com/office/officeart/2005/8/layout/vList5"/>
    <dgm:cxn modelId="{4A1C849C-5878-4E1D-9D12-1AAEB7DA0043}" type="presParOf" srcId="{AF6872D7-648B-4FB2-A8C3-5C393E5B6ED2}" destId="{5267EBB7-F472-48B4-B3E1-9D1699F5BA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4801E8F-2FB3-460F-8D7D-961BD512D83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659B9A-EA10-4413-AA1B-44F5B7DA68D4}">
      <dgm:prSet/>
      <dgm:spPr/>
      <dgm:t>
        <a:bodyPr/>
        <a:lstStyle/>
        <a:p>
          <a:pPr>
            <a:defRPr b="1"/>
          </a:pPr>
          <a:r>
            <a:rPr lang="en-US"/>
            <a:t>Technical Skills:</a:t>
          </a:r>
        </a:p>
      </dgm:t>
    </dgm:pt>
    <dgm:pt modelId="{C8D6A1DE-1465-421E-A567-1FC88EAA7317}" type="parTrans" cxnId="{9082A26B-974C-4C81-961D-48BEEA0D83DC}">
      <dgm:prSet/>
      <dgm:spPr/>
      <dgm:t>
        <a:bodyPr/>
        <a:lstStyle/>
        <a:p>
          <a:endParaRPr lang="en-US"/>
        </a:p>
      </dgm:t>
    </dgm:pt>
    <dgm:pt modelId="{68AC02F9-09C8-46FC-A2FA-4D3FDAA0C06C}" type="sibTrans" cxnId="{9082A26B-974C-4C81-961D-48BEEA0D83DC}">
      <dgm:prSet/>
      <dgm:spPr/>
      <dgm:t>
        <a:bodyPr/>
        <a:lstStyle/>
        <a:p>
          <a:endParaRPr lang="en-US"/>
        </a:p>
      </dgm:t>
    </dgm:pt>
    <dgm:pt modelId="{0F072A8C-B213-4C81-855E-C78B6F0C1205}">
      <dgm:prSet/>
      <dgm:spPr/>
      <dgm:t>
        <a:bodyPr/>
        <a:lstStyle/>
        <a:p>
          <a:r>
            <a:rPr lang="en-US"/>
            <a:t>DNS Traffic Packet Analysis</a:t>
          </a:r>
        </a:p>
      </dgm:t>
    </dgm:pt>
    <dgm:pt modelId="{1FEFA004-D90A-44FB-AA65-6889B5630B5C}" type="parTrans" cxnId="{D4D13432-A191-4721-96DA-8D9EA26D006D}">
      <dgm:prSet/>
      <dgm:spPr/>
      <dgm:t>
        <a:bodyPr/>
        <a:lstStyle/>
        <a:p>
          <a:endParaRPr lang="en-US"/>
        </a:p>
      </dgm:t>
    </dgm:pt>
    <dgm:pt modelId="{8FE11D45-7F91-4C66-B864-17F51E2231C6}" type="sibTrans" cxnId="{D4D13432-A191-4721-96DA-8D9EA26D006D}">
      <dgm:prSet/>
      <dgm:spPr/>
      <dgm:t>
        <a:bodyPr/>
        <a:lstStyle/>
        <a:p>
          <a:endParaRPr lang="en-US"/>
        </a:p>
      </dgm:t>
    </dgm:pt>
    <dgm:pt modelId="{8AD7E33C-5C09-45D9-AD30-49F62D56B47B}">
      <dgm:prSet/>
      <dgm:spPr/>
      <dgm:t>
        <a:bodyPr/>
        <a:lstStyle/>
        <a:p>
          <a:r>
            <a:rPr lang="en-US"/>
            <a:t>Anomaly Detection</a:t>
          </a:r>
        </a:p>
      </dgm:t>
    </dgm:pt>
    <dgm:pt modelId="{5F7D471A-9677-49D4-8EAC-67B4F44F4AA8}" type="parTrans" cxnId="{720F4887-E879-460A-A7E0-A8DE9A2A4DE6}">
      <dgm:prSet/>
      <dgm:spPr/>
      <dgm:t>
        <a:bodyPr/>
        <a:lstStyle/>
        <a:p>
          <a:endParaRPr lang="en-US"/>
        </a:p>
      </dgm:t>
    </dgm:pt>
    <dgm:pt modelId="{AE1C9BD4-0C1E-4EE4-852C-B76F8291591B}" type="sibTrans" cxnId="{720F4887-E879-460A-A7E0-A8DE9A2A4DE6}">
      <dgm:prSet/>
      <dgm:spPr/>
      <dgm:t>
        <a:bodyPr/>
        <a:lstStyle/>
        <a:p>
          <a:endParaRPr lang="en-US"/>
        </a:p>
      </dgm:t>
    </dgm:pt>
    <dgm:pt modelId="{D264DE1E-72C7-4D3E-9E08-12E717B8DB2B}">
      <dgm:prSet/>
      <dgm:spPr/>
      <dgm:t>
        <a:bodyPr/>
        <a:lstStyle/>
        <a:p>
          <a:r>
            <a:rPr lang="en-US"/>
            <a:t>Using Python in a real-world application</a:t>
          </a:r>
        </a:p>
      </dgm:t>
    </dgm:pt>
    <dgm:pt modelId="{C4D9A5F7-7727-404A-8716-4E783920D965}" type="parTrans" cxnId="{EEF61B6A-FB06-4E9E-8678-94C5E32FEAEA}">
      <dgm:prSet/>
      <dgm:spPr/>
      <dgm:t>
        <a:bodyPr/>
        <a:lstStyle/>
        <a:p>
          <a:endParaRPr lang="en-US"/>
        </a:p>
      </dgm:t>
    </dgm:pt>
    <dgm:pt modelId="{98ADE792-FBCE-4C07-B458-AC4D6118B18D}" type="sibTrans" cxnId="{EEF61B6A-FB06-4E9E-8678-94C5E32FEAEA}">
      <dgm:prSet/>
      <dgm:spPr/>
      <dgm:t>
        <a:bodyPr/>
        <a:lstStyle/>
        <a:p>
          <a:endParaRPr lang="en-US"/>
        </a:p>
      </dgm:t>
    </dgm:pt>
    <dgm:pt modelId="{B41749C9-1730-4709-8BA1-6DC4A7F3D7F4}">
      <dgm:prSet/>
      <dgm:spPr/>
      <dgm:t>
        <a:bodyPr/>
        <a:lstStyle/>
        <a:p>
          <a:pPr>
            <a:defRPr b="1"/>
          </a:pPr>
          <a:r>
            <a:rPr lang="en-US"/>
            <a:t>Professional Skills:</a:t>
          </a:r>
        </a:p>
      </dgm:t>
    </dgm:pt>
    <dgm:pt modelId="{618FB618-75B0-4CDD-9890-B01903315E0F}" type="parTrans" cxnId="{A8D2E09B-93C4-4885-81DA-37794303F4E4}">
      <dgm:prSet/>
      <dgm:spPr/>
      <dgm:t>
        <a:bodyPr/>
        <a:lstStyle/>
        <a:p>
          <a:endParaRPr lang="en-US"/>
        </a:p>
      </dgm:t>
    </dgm:pt>
    <dgm:pt modelId="{3C0EBC71-C5E3-4BBC-A869-97EA3C55F968}" type="sibTrans" cxnId="{A8D2E09B-93C4-4885-81DA-37794303F4E4}">
      <dgm:prSet/>
      <dgm:spPr/>
      <dgm:t>
        <a:bodyPr/>
        <a:lstStyle/>
        <a:p>
          <a:endParaRPr lang="en-US"/>
        </a:p>
      </dgm:t>
    </dgm:pt>
    <dgm:pt modelId="{D1E08FA0-D823-4C55-BFDA-C83115E74132}">
      <dgm:prSet/>
      <dgm:spPr/>
      <dgm:t>
        <a:bodyPr/>
        <a:lstStyle/>
        <a:p>
          <a:r>
            <a:rPr lang="en-US"/>
            <a:t>Modular Design in coding and organization</a:t>
          </a:r>
        </a:p>
      </dgm:t>
    </dgm:pt>
    <dgm:pt modelId="{EF74ADED-8C0A-4B4F-8D83-AEE5DF67D45B}" type="parTrans" cxnId="{415E5423-07AC-498B-8096-B6673CE0E11D}">
      <dgm:prSet/>
      <dgm:spPr/>
      <dgm:t>
        <a:bodyPr/>
        <a:lstStyle/>
        <a:p>
          <a:endParaRPr lang="en-US"/>
        </a:p>
      </dgm:t>
    </dgm:pt>
    <dgm:pt modelId="{DB5C906C-487F-41E8-A36A-959ECE10128E}" type="sibTrans" cxnId="{415E5423-07AC-498B-8096-B6673CE0E11D}">
      <dgm:prSet/>
      <dgm:spPr/>
      <dgm:t>
        <a:bodyPr/>
        <a:lstStyle/>
        <a:p>
          <a:endParaRPr lang="en-US"/>
        </a:p>
      </dgm:t>
    </dgm:pt>
    <dgm:pt modelId="{88EAC392-5F0C-4B02-8D1B-7E50D34CE41A}">
      <dgm:prSet/>
      <dgm:spPr/>
      <dgm:t>
        <a:bodyPr/>
        <a:lstStyle/>
        <a:p>
          <a:r>
            <a:rPr lang="en-US"/>
            <a:t>Understanding the importance of usability</a:t>
          </a:r>
        </a:p>
      </dgm:t>
    </dgm:pt>
    <dgm:pt modelId="{30E4967C-26DD-48DA-A894-FE2C0E857DAB}" type="parTrans" cxnId="{EEA99C59-8619-4558-9A64-1A70983FC783}">
      <dgm:prSet/>
      <dgm:spPr/>
      <dgm:t>
        <a:bodyPr/>
        <a:lstStyle/>
        <a:p>
          <a:endParaRPr lang="en-US"/>
        </a:p>
      </dgm:t>
    </dgm:pt>
    <dgm:pt modelId="{0780D9EF-393C-45F6-8826-BF8E37626F23}" type="sibTrans" cxnId="{EEA99C59-8619-4558-9A64-1A70983FC783}">
      <dgm:prSet/>
      <dgm:spPr/>
      <dgm:t>
        <a:bodyPr/>
        <a:lstStyle/>
        <a:p>
          <a:endParaRPr lang="en-US"/>
        </a:p>
      </dgm:t>
    </dgm:pt>
    <dgm:pt modelId="{009D9B17-FFC0-4901-A40A-2F938C8EFD52}">
      <dgm:prSet/>
      <dgm:spPr/>
      <dgm:t>
        <a:bodyPr/>
        <a:lstStyle/>
        <a:p>
          <a:r>
            <a:rPr lang="en-US"/>
            <a:t>Connecting academic work to career goals</a:t>
          </a:r>
        </a:p>
      </dgm:t>
    </dgm:pt>
    <dgm:pt modelId="{0EBD2C38-8912-43D8-B8FF-B5348C7AA80B}" type="parTrans" cxnId="{C1D47455-A1C4-43F7-8836-BF1771B59562}">
      <dgm:prSet/>
      <dgm:spPr/>
      <dgm:t>
        <a:bodyPr/>
        <a:lstStyle/>
        <a:p>
          <a:endParaRPr lang="en-US"/>
        </a:p>
      </dgm:t>
    </dgm:pt>
    <dgm:pt modelId="{61BA9DBA-822C-4D21-8D79-9AD21A0A6172}" type="sibTrans" cxnId="{C1D47455-A1C4-43F7-8836-BF1771B59562}">
      <dgm:prSet/>
      <dgm:spPr/>
      <dgm:t>
        <a:bodyPr/>
        <a:lstStyle/>
        <a:p>
          <a:endParaRPr lang="en-US"/>
        </a:p>
      </dgm:t>
    </dgm:pt>
    <dgm:pt modelId="{486E1190-3122-4BA7-9CFB-70B038F2C5DB}" type="pres">
      <dgm:prSet presAssocID="{14801E8F-2FB3-460F-8D7D-961BD512D83D}" presName="root" presStyleCnt="0">
        <dgm:presLayoutVars>
          <dgm:dir/>
          <dgm:resizeHandles val="exact"/>
        </dgm:presLayoutVars>
      </dgm:prSet>
      <dgm:spPr/>
    </dgm:pt>
    <dgm:pt modelId="{BF95283C-2FDC-4FB0-A819-30E41B9FE038}" type="pres">
      <dgm:prSet presAssocID="{D0659B9A-EA10-4413-AA1B-44F5B7DA68D4}" presName="compNode" presStyleCnt="0"/>
      <dgm:spPr/>
    </dgm:pt>
    <dgm:pt modelId="{4198A9AC-4B5A-4473-8870-CBA472FF7292}" type="pres">
      <dgm:prSet presAssocID="{D0659B9A-EA10-4413-AA1B-44F5B7DA68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229B279-A750-4239-8561-7E8194725BB9}" type="pres">
      <dgm:prSet presAssocID="{D0659B9A-EA10-4413-AA1B-44F5B7DA68D4}" presName="iconSpace" presStyleCnt="0"/>
      <dgm:spPr/>
    </dgm:pt>
    <dgm:pt modelId="{74B4E0AC-5586-4AF4-9E9A-C070FC1E1453}" type="pres">
      <dgm:prSet presAssocID="{D0659B9A-EA10-4413-AA1B-44F5B7DA68D4}" presName="parTx" presStyleLbl="revTx" presStyleIdx="0" presStyleCnt="4">
        <dgm:presLayoutVars>
          <dgm:chMax val="0"/>
          <dgm:chPref val="0"/>
        </dgm:presLayoutVars>
      </dgm:prSet>
      <dgm:spPr/>
    </dgm:pt>
    <dgm:pt modelId="{E5BF8D37-2B59-4366-B8B9-0329ED607AC0}" type="pres">
      <dgm:prSet presAssocID="{D0659B9A-EA10-4413-AA1B-44F5B7DA68D4}" presName="txSpace" presStyleCnt="0"/>
      <dgm:spPr/>
    </dgm:pt>
    <dgm:pt modelId="{F95651AE-5DC9-4072-93AA-E282A05CC1DD}" type="pres">
      <dgm:prSet presAssocID="{D0659B9A-EA10-4413-AA1B-44F5B7DA68D4}" presName="desTx" presStyleLbl="revTx" presStyleIdx="1" presStyleCnt="4">
        <dgm:presLayoutVars/>
      </dgm:prSet>
      <dgm:spPr/>
    </dgm:pt>
    <dgm:pt modelId="{6B2CD0F0-5B93-4C74-815F-7C4AFD01EE83}" type="pres">
      <dgm:prSet presAssocID="{68AC02F9-09C8-46FC-A2FA-4D3FDAA0C06C}" presName="sibTrans" presStyleCnt="0"/>
      <dgm:spPr/>
    </dgm:pt>
    <dgm:pt modelId="{E8E81659-EAF5-4748-9E65-D9293A49B6EC}" type="pres">
      <dgm:prSet presAssocID="{B41749C9-1730-4709-8BA1-6DC4A7F3D7F4}" presName="compNode" presStyleCnt="0"/>
      <dgm:spPr/>
    </dgm:pt>
    <dgm:pt modelId="{283227B3-7C96-40E1-80EC-F08F3805F738}" type="pres">
      <dgm:prSet presAssocID="{B41749C9-1730-4709-8BA1-6DC4A7F3D7F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9D425EE-D660-416B-B65D-51DA31607EDD}" type="pres">
      <dgm:prSet presAssocID="{B41749C9-1730-4709-8BA1-6DC4A7F3D7F4}" presName="iconSpace" presStyleCnt="0"/>
      <dgm:spPr/>
    </dgm:pt>
    <dgm:pt modelId="{6B2A7F9A-7C97-42AE-8BFF-97144C639EC6}" type="pres">
      <dgm:prSet presAssocID="{B41749C9-1730-4709-8BA1-6DC4A7F3D7F4}" presName="parTx" presStyleLbl="revTx" presStyleIdx="2" presStyleCnt="4">
        <dgm:presLayoutVars>
          <dgm:chMax val="0"/>
          <dgm:chPref val="0"/>
        </dgm:presLayoutVars>
      </dgm:prSet>
      <dgm:spPr/>
    </dgm:pt>
    <dgm:pt modelId="{2546A504-A6F9-4043-93CA-848969D1A8B6}" type="pres">
      <dgm:prSet presAssocID="{B41749C9-1730-4709-8BA1-6DC4A7F3D7F4}" presName="txSpace" presStyleCnt="0"/>
      <dgm:spPr/>
    </dgm:pt>
    <dgm:pt modelId="{8CFF2AD3-4567-4E9B-A966-03E0C4664706}" type="pres">
      <dgm:prSet presAssocID="{B41749C9-1730-4709-8BA1-6DC4A7F3D7F4}" presName="desTx" presStyleLbl="revTx" presStyleIdx="3" presStyleCnt="4">
        <dgm:presLayoutVars/>
      </dgm:prSet>
      <dgm:spPr/>
    </dgm:pt>
  </dgm:ptLst>
  <dgm:cxnLst>
    <dgm:cxn modelId="{89CD7306-513E-4B74-8510-26AC74D025D0}" type="presOf" srcId="{009D9B17-FFC0-4901-A40A-2F938C8EFD52}" destId="{8CFF2AD3-4567-4E9B-A966-03E0C4664706}" srcOrd="0" destOrd="2" presId="urn:microsoft.com/office/officeart/2018/2/layout/IconLabelDescriptionList"/>
    <dgm:cxn modelId="{2BC21213-9F90-487F-8585-AC1676F72679}" type="presOf" srcId="{8AD7E33C-5C09-45D9-AD30-49F62D56B47B}" destId="{F95651AE-5DC9-4072-93AA-E282A05CC1DD}" srcOrd="0" destOrd="1" presId="urn:microsoft.com/office/officeart/2018/2/layout/IconLabelDescriptionList"/>
    <dgm:cxn modelId="{415E5423-07AC-498B-8096-B6673CE0E11D}" srcId="{B41749C9-1730-4709-8BA1-6DC4A7F3D7F4}" destId="{D1E08FA0-D823-4C55-BFDA-C83115E74132}" srcOrd="0" destOrd="0" parTransId="{EF74ADED-8C0A-4B4F-8D83-AEE5DF67D45B}" sibTransId="{DB5C906C-487F-41E8-A36A-959ECE10128E}"/>
    <dgm:cxn modelId="{D4D13432-A191-4721-96DA-8D9EA26D006D}" srcId="{D0659B9A-EA10-4413-AA1B-44F5B7DA68D4}" destId="{0F072A8C-B213-4C81-855E-C78B6F0C1205}" srcOrd="0" destOrd="0" parTransId="{1FEFA004-D90A-44FB-AA65-6889B5630B5C}" sibTransId="{8FE11D45-7F91-4C66-B864-17F51E2231C6}"/>
    <dgm:cxn modelId="{365E1242-7EE9-47B8-A75F-D2FF3F994A30}" type="presOf" srcId="{D0659B9A-EA10-4413-AA1B-44F5B7DA68D4}" destId="{74B4E0AC-5586-4AF4-9E9A-C070FC1E1453}" srcOrd="0" destOrd="0" presId="urn:microsoft.com/office/officeart/2018/2/layout/IconLabelDescriptionList"/>
    <dgm:cxn modelId="{EEF61B6A-FB06-4E9E-8678-94C5E32FEAEA}" srcId="{D0659B9A-EA10-4413-AA1B-44F5B7DA68D4}" destId="{D264DE1E-72C7-4D3E-9E08-12E717B8DB2B}" srcOrd="2" destOrd="0" parTransId="{C4D9A5F7-7727-404A-8716-4E783920D965}" sibTransId="{98ADE792-FBCE-4C07-B458-AC4D6118B18D}"/>
    <dgm:cxn modelId="{9082A26B-974C-4C81-961D-48BEEA0D83DC}" srcId="{14801E8F-2FB3-460F-8D7D-961BD512D83D}" destId="{D0659B9A-EA10-4413-AA1B-44F5B7DA68D4}" srcOrd="0" destOrd="0" parTransId="{C8D6A1DE-1465-421E-A567-1FC88EAA7317}" sibTransId="{68AC02F9-09C8-46FC-A2FA-4D3FDAA0C06C}"/>
    <dgm:cxn modelId="{C1D47455-A1C4-43F7-8836-BF1771B59562}" srcId="{B41749C9-1730-4709-8BA1-6DC4A7F3D7F4}" destId="{009D9B17-FFC0-4901-A40A-2F938C8EFD52}" srcOrd="2" destOrd="0" parTransId="{0EBD2C38-8912-43D8-B8FF-B5348C7AA80B}" sibTransId="{61BA9DBA-822C-4D21-8D79-9AD21A0A6172}"/>
    <dgm:cxn modelId="{EEA99C59-8619-4558-9A64-1A70983FC783}" srcId="{B41749C9-1730-4709-8BA1-6DC4A7F3D7F4}" destId="{88EAC392-5F0C-4B02-8D1B-7E50D34CE41A}" srcOrd="1" destOrd="0" parTransId="{30E4967C-26DD-48DA-A894-FE2C0E857DAB}" sibTransId="{0780D9EF-393C-45F6-8826-BF8E37626F23}"/>
    <dgm:cxn modelId="{720F4887-E879-460A-A7E0-A8DE9A2A4DE6}" srcId="{D0659B9A-EA10-4413-AA1B-44F5B7DA68D4}" destId="{8AD7E33C-5C09-45D9-AD30-49F62D56B47B}" srcOrd="1" destOrd="0" parTransId="{5F7D471A-9677-49D4-8EAC-67B4F44F4AA8}" sibTransId="{AE1C9BD4-0C1E-4EE4-852C-B76F8291591B}"/>
    <dgm:cxn modelId="{A8D2E09B-93C4-4885-81DA-37794303F4E4}" srcId="{14801E8F-2FB3-460F-8D7D-961BD512D83D}" destId="{B41749C9-1730-4709-8BA1-6DC4A7F3D7F4}" srcOrd="1" destOrd="0" parTransId="{618FB618-75B0-4CDD-9890-B01903315E0F}" sibTransId="{3C0EBC71-C5E3-4BBC-A869-97EA3C55F968}"/>
    <dgm:cxn modelId="{7F54269D-017F-4EE7-8594-DF1FB40C7DB9}" type="presOf" srcId="{D264DE1E-72C7-4D3E-9E08-12E717B8DB2B}" destId="{F95651AE-5DC9-4072-93AA-E282A05CC1DD}" srcOrd="0" destOrd="2" presId="urn:microsoft.com/office/officeart/2018/2/layout/IconLabelDescriptionList"/>
    <dgm:cxn modelId="{CE8766A1-4855-4862-9F92-5B6AA432DBF0}" type="presOf" srcId="{D1E08FA0-D823-4C55-BFDA-C83115E74132}" destId="{8CFF2AD3-4567-4E9B-A966-03E0C4664706}" srcOrd="0" destOrd="0" presId="urn:microsoft.com/office/officeart/2018/2/layout/IconLabelDescriptionList"/>
    <dgm:cxn modelId="{236992AF-C5D7-4CAB-A587-28BC67E89A7B}" type="presOf" srcId="{14801E8F-2FB3-460F-8D7D-961BD512D83D}" destId="{486E1190-3122-4BA7-9CFB-70B038F2C5DB}" srcOrd="0" destOrd="0" presId="urn:microsoft.com/office/officeart/2018/2/layout/IconLabelDescriptionList"/>
    <dgm:cxn modelId="{79E968CB-0D8E-40DF-9ABC-45741236719A}" type="presOf" srcId="{88EAC392-5F0C-4B02-8D1B-7E50D34CE41A}" destId="{8CFF2AD3-4567-4E9B-A966-03E0C4664706}" srcOrd="0" destOrd="1" presId="urn:microsoft.com/office/officeart/2018/2/layout/IconLabelDescriptionList"/>
    <dgm:cxn modelId="{8D8EEBF3-7CC6-4E6E-BDB0-9B8D42DE3F5A}" type="presOf" srcId="{B41749C9-1730-4709-8BA1-6DC4A7F3D7F4}" destId="{6B2A7F9A-7C97-42AE-8BFF-97144C639EC6}" srcOrd="0" destOrd="0" presId="urn:microsoft.com/office/officeart/2018/2/layout/IconLabelDescriptionList"/>
    <dgm:cxn modelId="{36B4BAF8-9B7C-4253-B8B3-A4389754578A}" type="presOf" srcId="{0F072A8C-B213-4C81-855E-C78B6F0C1205}" destId="{F95651AE-5DC9-4072-93AA-E282A05CC1DD}" srcOrd="0" destOrd="0" presId="urn:microsoft.com/office/officeart/2018/2/layout/IconLabelDescriptionList"/>
    <dgm:cxn modelId="{6CBE6A9E-EC73-4BAB-A0E0-873D04BF683B}" type="presParOf" srcId="{486E1190-3122-4BA7-9CFB-70B038F2C5DB}" destId="{BF95283C-2FDC-4FB0-A819-30E41B9FE038}" srcOrd="0" destOrd="0" presId="urn:microsoft.com/office/officeart/2018/2/layout/IconLabelDescriptionList"/>
    <dgm:cxn modelId="{80556F46-0887-4301-B30D-C4DB44552F7D}" type="presParOf" srcId="{BF95283C-2FDC-4FB0-A819-30E41B9FE038}" destId="{4198A9AC-4B5A-4473-8870-CBA472FF7292}" srcOrd="0" destOrd="0" presId="urn:microsoft.com/office/officeart/2018/2/layout/IconLabelDescriptionList"/>
    <dgm:cxn modelId="{E7F895E4-63F0-4E99-9746-8856048946CC}" type="presParOf" srcId="{BF95283C-2FDC-4FB0-A819-30E41B9FE038}" destId="{6229B279-A750-4239-8561-7E8194725BB9}" srcOrd="1" destOrd="0" presId="urn:microsoft.com/office/officeart/2018/2/layout/IconLabelDescriptionList"/>
    <dgm:cxn modelId="{E254FF80-290D-43B2-B6FA-3DF716C32328}" type="presParOf" srcId="{BF95283C-2FDC-4FB0-A819-30E41B9FE038}" destId="{74B4E0AC-5586-4AF4-9E9A-C070FC1E1453}" srcOrd="2" destOrd="0" presId="urn:microsoft.com/office/officeart/2018/2/layout/IconLabelDescriptionList"/>
    <dgm:cxn modelId="{C6808552-ADA6-43F9-8120-1B084FF93446}" type="presParOf" srcId="{BF95283C-2FDC-4FB0-A819-30E41B9FE038}" destId="{E5BF8D37-2B59-4366-B8B9-0329ED607AC0}" srcOrd="3" destOrd="0" presId="urn:microsoft.com/office/officeart/2018/2/layout/IconLabelDescriptionList"/>
    <dgm:cxn modelId="{44B1AB83-A5A2-424E-A5D4-5DE8EC3827C8}" type="presParOf" srcId="{BF95283C-2FDC-4FB0-A819-30E41B9FE038}" destId="{F95651AE-5DC9-4072-93AA-E282A05CC1DD}" srcOrd="4" destOrd="0" presId="urn:microsoft.com/office/officeart/2018/2/layout/IconLabelDescriptionList"/>
    <dgm:cxn modelId="{0A287A8F-8840-484B-8ED6-1AB59FD1E1A2}" type="presParOf" srcId="{486E1190-3122-4BA7-9CFB-70B038F2C5DB}" destId="{6B2CD0F0-5B93-4C74-815F-7C4AFD01EE83}" srcOrd="1" destOrd="0" presId="urn:microsoft.com/office/officeart/2018/2/layout/IconLabelDescriptionList"/>
    <dgm:cxn modelId="{52DC7241-ABDA-4C22-83CD-E9B871BB5597}" type="presParOf" srcId="{486E1190-3122-4BA7-9CFB-70B038F2C5DB}" destId="{E8E81659-EAF5-4748-9E65-D9293A49B6EC}" srcOrd="2" destOrd="0" presId="urn:microsoft.com/office/officeart/2018/2/layout/IconLabelDescriptionList"/>
    <dgm:cxn modelId="{A176C4B6-CCFB-4959-9A0E-814AD357BFFA}" type="presParOf" srcId="{E8E81659-EAF5-4748-9E65-D9293A49B6EC}" destId="{283227B3-7C96-40E1-80EC-F08F3805F738}" srcOrd="0" destOrd="0" presId="urn:microsoft.com/office/officeart/2018/2/layout/IconLabelDescriptionList"/>
    <dgm:cxn modelId="{58564802-82D2-480D-987C-8A418DC2BD35}" type="presParOf" srcId="{E8E81659-EAF5-4748-9E65-D9293A49B6EC}" destId="{59D425EE-D660-416B-B65D-51DA31607EDD}" srcOrd="1" destOrd="0" presId="urn:microsoft.com/office/officeart/2018/2/layout/IconLabelDescriptionList"/>
    <dgm:cxn modelId="{DDB9E602-3ADC-48F3-ABA7-3FF3A7A692E8}" type="presParOf" srcId="{E8E81659-EAF5-4748-9E65-D9293A49B6EC}" destId="{6B2A7F9A-7C97-42AE-8BFF-97144C639EC6}" srcOrd="2" destOrd="0" presId="urn:microsoft.com/office/officeart/2018/2/layout/IconLabelDescriptionList"/>
    <dgm:cxn modelId="{87DB67A9-694D-4F4B-9574-FC11E562F7DB}" type="presParOf" srcId="{E8E81659-EAF5-4748-9E65-D9293A49B6EC}" destId="{2546A504-A6F9-4043-93CA-848969D1A8B6}" srcOrd="3" destOrd="0" presId="urn:microsoft.com/office/officeart/2018/2/layout/IconLabelDescriptionList"/>
    <dgm:cxn modelId="{D54E1DF7-B721-4C00-A6B1-6AE558E08A02}" type="presParOf" srcId="{E8E81659-EAF5-4748-9E65-D9293A49B6EC}" destId="{8CFF2AD3-4567-4E9B-A966-03E0C466470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E32CE-0FCC-4EE6-9C10-064F51801F09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A0078-2EC1-4441-87B6-6C1B4009FD6C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7D772-A530-4017-BD38-A6DC7C2B3979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Build a tool in Python to analyze DNS traffic, detect suspicious behavior, and make a GUI for end users to use</a:t>
          </a:r>
        </a:p>
      </dsp:txBody>
      <dsp:txXfrm>
        <a:off x="1058686" y="1808"/>
        <a:ext cx="9456913" cy="916611"/>
      </dsp:txXfrm>
    </dsp:sp>
    <dsp:sp modelId="{57CCB359-2144-4563-A697-FCCD6C915F8E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6187D-ED94-4DFD-8F02-8C0B04BFCDE8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724A9-2D94-4B4C-B55C-0E4A7B6034BF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Tools used: Wireshark, Python, Pyshark import, Tkinter import</a:t>
          </a:r>
        </a:p>
      </dsp:txBody>
      <dsp:txXfrm>
        <a:off x="1058686" y="1147573"/>
        <a:ext cx="9456913" cy="916611"/>
      </dsp:txXfrm>
    </dsp:sp>
    <dsp:sp modelId="{FB580C1E-6D8B-419A-AAFB-0D5712470371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043EC-4509-4D3C-B07B-0EC13C3DF6F4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67646-CD63-4D2A-A2BD-D56F57628825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Why: DNS traffic is a common place to find suspicious activity that leads to cyberattacks. Having an easy way to view it can help investigator spot threats</a:t>
          </a:r>
        </a:p>
      </dsp:txBody>
      <dsp:txXfrm>
        <a:off x="1058686" y="2293338"/>
        <a:ext cx="9456913" cy="916611"/>
      </dsp:txXfrm>
    </dsp:sp>
    <dsp:sp modelId="{DACE857E-E37F-43F7-AA5D-786C5D2191A4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5389A-2476-483D-9C70-30E55F3C6689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7C2D3-BFDB-4B3F-9015-77881A1AE173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aligns with my career goal of working in Cybersecurity and Digital Forensics</a:t>
          </a:r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0B087-57AA-4ED9-960C-1AD10E85CEAA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D7366-506C-497A-AA83-BE1990E4BFBA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Every time you surf the internet, your computer sends messages into the network called packets</a:t>
          </a:r>
        </a:p>
      </dsp:txBody>
      <dsp:txXfrm>
        <a:off x="59990" y="2654049"/>
        <a:ext cx="3226223" cy="720000"/>
      </dsp:txXfrm>
    </dsp:sp>
    <dsp:sp modelId="{733E0CF7-5814-4F8D-AF2C-883BF31D5B2A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64115-0F96-4167-B678-621F73689751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Hackers can hide data in these packets that can be malicious towards your computer. Digital forensics investigators need tools to spot this suspicious behavior</a:t>
          </a:r>
        </a:p>
      </dsp:txBody>
      <dsp:txXfrm>
        <a:off x="3850802" y="2654049"/>
        <a:ext cx="3226223" cy="720000"/>
      </dsp:txXfrm>
    </dsp:sp>
    <dsp:sp modelId="{CBEFB934-CA2F-4F25-B2FD-162AE3EA6915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27BB6-7C3F-4881-AD61-ED3AAD5746D8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Based on the websites and software you use in a session, hackers can create malicious data that your computer will reach out to get</a:t>
          </a:r>
        </a:p>
      </dsp:txBody>
      <dsp:txXfrm>
        <a:off x="7641615" y="2654049"/>
        <a:ext cx="322622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344811-1D24-48E7-AB0E-FAD965794200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AB6E5-1D28-4773-9D6D-B6E93E45FD5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3E99C-84CB-448A-8688-CEB6FB3AEAA5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DNS is like the phonebook of the internet</a:t>
          </a:r>
        </a:p>
      </dsp:txBody>
      <dsp:txXfrm>
        <a:off x="1948202" y="368029"/>
        <a:ext cx="3233964" cy="1371985"/>
      </dsp:txXfrm>
    </dsp:sp>
    <dsp:sp modelId="{E2180CAE-9D9F-4B31-BA38-44C870D38DFA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C0F83-FEB6-45A4-B2DA-64138DA3E2D6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A701F-CF91-4F0F-8576-D92BCFEB451E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When you visit a website like Google, DNS will look up the phone number (IP address) of that website so your computer knows where to go to access the network and render the website</a:t>
          </a:r>
        </a:p>
      </dsp:txBody>
      <dsp:txXfrm>
        <a:off x="7411643" y="368029"/>
        <a:ext cx="3233964" cy="1371985"/>
      </dsp:txXfrm>
    </dsp:sp>
    <dsp:sp modelId="{A397E27C-7919-43EA-8226-8016BB5B0319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6629F-34F5-4A43-8347-62442EFDB4C0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45E84-1C75-4B01-B079-DBAF077F67FE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Every time you visit a website, your computer sends a request for the DNS to find out where to go</a:t>
          </a:r>
        </a:p>
      </dsp:txBody>
      <dsp:txXfrm>
        <a:off x="1948202" y="2452790"/>
        <a:ext cx="3233964" cy="1371985"/>
      </dsp:txXfrm>
    </dsp:sp>
    <dsp:sp modelId="{52B9C1E8-3C9C-43F7-8E07-BE9C281CBE1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7C6EF-A623-4B5A-9E6B-35814CB1B87F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12F07-22F7-465B-99E2-E7472F6D60A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look at DNS activity because hackers like to hide data and redirect network traffic using DNS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D3B80-99BF-4E90-9D03-A7F68533B4A8}">
      <dsp:nvSpPr>
        <dsp:cNvPr id="0" name=""/>
        <dsp:cNvSpPr/>
      </dsp:nvSpPr>
      <dsp:spPr>
        <a:xfrm>
          <a:off x="1333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Wireshark packets are stored in .pcapng files</a:t>
          </a:r>
        </a:p>
      </dsp:txBody>
      <dsp:txXfrm>
        <a:off x="47045" y="1110045"/>
        <a:ext cx="3030050" cy="1469313"/>
      </dsp:txXfrm>
    </dsp:sp>
    <dsp:sp modelId="{CE9F7A63-3452-4EA2-A3DB-61CA350FC95D}">
      <dsp:nvSpPr>
        <dsp:cNvPr id="0" name=""/>
        <dsp:cNvSpPr/>
      </dsp:nvSpPr>
      <dsp:spPr>
        <a:xfrm>
          <a:off x="3903177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PCAP files are the universal format for storing network packet data</a:t>
          </a:r>
        </a:p>
      </dsp:txBody>
      <dsp:txXfrm>
        <a:off x="3948889" y="1110045"/>
        <a:ext cx="3030050" cy="1469313"/>
      </dsp:txXfrm>
    </dsp:sp>
    <dsp:sp modelId="{FB36BB14-5E98-42E9-8511-51B644EB736B}">
      <dsp:nvSpPr>
        <dsp:cNvPr id="0" name=""/>
        <dsp:cNvSpPr/>
      </dsp:nvSpPr>
      <dsp:spPr>
        <a:xfrm>
          <a:off x="7805020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ng that is added stands for “next-generation,” which is a newer format that is modular, more flexible, and stores more data</a:t>
          </a:r>
        </a:p>
      </dsp:txBody>
      <dsp:txXfrm>
        <a:off x="7850732" y="1110045"/>
        <a:ext cx="3030050" cy="14693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3B46D-BFF4-43F2-9B44-B8366763D2AF}">
      <dsp:nvSpPr>
        <dsp:cNvPr id="0" name=""/>
        <dsp:cNvSpPr/>
      </dsp:nvSpPr>
      <dsp:spPr>
        <a:xfrm>
          <a:off x="0" y="349459"/>
          <a:ext cx="3994484" cy="1122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packet is 111 bytes long. It has four layers</a:t>
          </a:r>
        </a:p>
      </dsp:txBody>
      <dsp:txXfrm>
        <a:off x="54817" y="404276"/>
        <a:ext cx="3884850" cy="1013291"/>
      </dsp:txXfrm>
    </dsp:sp>
    <dsp:sp modelId="{0401D88D-7CAB-4442-A419-9EBE5DA29536}">
      <dsp:nvSpPr>
        <dsp:cNvPr id="0" name=""/>
        <dsp:cNvSpPr/>
      </dsp:nvSpPr>
      <dsp:spPr>
        <a:xfrm>
          <a:off x="0" y="1509825"/>
          <a:ext cx="3994484" cy="1122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Layer ETH/Ethernet (Pictured): Shows physical MAC addresses. They identify hardware used on the local network</a:t>
          </a:r>
        </a:p>
      </dsp:txBody>
      <dsp:txXfrm>
        <a:off x="54817" y="1564642"/>
        <a:ext cx="3884850" cy="1013291"/>
      </dsp:txXfrm>
    </dsp:sp>
    <dsp:sp modelId="{BAAD3117-E25B-4DDA-A2E6-AEE288246E7B}">
      <dsp:nvSpPr>
        <dsp:cNvPr id="0" name=""/>
        <dsp:cNvSpPr/>
      </dsp:nvSpPr>
      <dsp:spPr>
        <a:xfrm>
          <a:off x="0" y="2670191"/>
          <a:ext cx="3994484" cy="1122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Layer IP/Internet Protocol (Pictured): Gives us the source and destination IP addresses, and the Don’t  Fragment means that the packet must arrive whole</a:t>
          </a:r>
        </a:p>
      </dsp:txBody>
      <dsp:txXfrm>
        <a:off x="54817" y="2725008"/>
        <a:ext cx="3884850" cy="1013291"/>
      </dsp:txXfrm>
    </dsp:sp>
    <dsp:sp modelId="{8D590BF1-59D9-4142-9818-BE0CA9CDDE91}">
      <dsp:nvSpPr>
        <dsp:cNvPr id="0" name=""/>
        <dsp:cNvSpPr/>
      </dsp:nvSpPr>
      <dsp:spPr>
        <a:xfrm>
          <a:off x="0" y="3830556"/>
          <a:ext cx="3994484" cy="1122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Layer TCP/ Transmission Control Protocol: Shows the ports used to manage the connection. Shows that the web session is secure and the content is encrypted</a:t>
          </a:r>
        </a:p>
      </dsp:txBody>
      <dsp:txXfrm>
        <a:off x="54817" y="3885373"/>
        <a:ext cx="3884850" cy="1013291"/>
      </dsp:txXfrm>
    </dsp:sp>
    <dsp:sp modelId="{DE13D97E-08AC-4D34-9FC4-8979F4C07891}">
      <dsp:nvSpPr>
        <dsp:cNvPr id="0" name=""/>
        <dsp:cNvSpPr/>
      </dsp:nvSpPr>
      <dsp:spPr>
        <a:xfrm>
          <a:off x="0" y="4990922"/>
          <a:ext cx="3994484" cy="1122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Layer TLS/Transport Layer Security: Encrypts the actual content. Application data is the data used by whatever applications the user is on. 52 bytes of encrypted data is good, likely because I went on Google, which has a secure HTTPS connection</a:t>
          </a:r>
        </a:p>
      </dsp:txBody>
      <dsp:txXfrm>
        <a:off x="54817" y="5045739"/>
        <a:ext cx="3884850" cy="10132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28135-3BEB-4A68-95CA-97E11EFDBCA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D3DA5-C624-4FF3-BC0F-AAC29756CD3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Repeating Queries from Visiting Google is because of the many subdomains a global website like Google uses</a:t>
          </a:r>
        </a:p>
      </dsp:txBody>
      <dsp:txXfrm>
        <a:off x="398656" y="1088253"/>
        <a:ext cx="2959127" cy="1837317"/>
      </dsp:txXfrm>
    </dsp:sp>
    <dsp:sp modelId="{902B08FE-8F13-48DE-A88D-F3B789125ED2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18392-F38E-4460-AED3-810140C96C0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Because Google is global, IPs may point to many different locations, causing multiple IPs to be captured</a:t>
          </a:r>
        </a:p>
      </dsp:txBody>
      <dsp:txXfrm>
        <a:off x="4155097" y="1088253"/>
        <a:ext cx="2959127" cy="1837317"/>
      </dsp:txXfrm>
    </dsp:sp>
    <dsp:sp modelId="{1848982C-D3B7-466D-9F57-10EE8C0AA51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A8934-C129-4238-8F84-CEE6C512FAD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 TTLs for a major website like Google are used to optimize and improve performance</a:t>
          </a:r>
        </a:p>
      </dsp:txBody>
      <dsp:txXfrm>
        <a:off x="7911539" y="1088253"/>
        <a:ext cx="2959127" cy="18373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CB52F-BB6C-474F-A764-4B9E669A927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0F0C1-68B9-40B6-A3CD-9B811188056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Problem: Raw Forensic Data captured can be hard for end users to understand</a:t>
          </a:r>
        </a:p>
      </dsp:txBody>
      <dsp:txXfrm>
        <a:off x="398656" y="1088253"/>
        <a:ext cx="2959127" cy="1837317"/>
      </dsp:txXfrm>
    </dsp:sp>
    <dsp:sp modelId="{52540056-8FC3-4E7B-9FBD-0A0D631B5ED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51D85-9278-4059-B750-FA6FB5D6B6E0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Solution: Create a structured forensic report for the end user</a:t>
          </a:r>
        </a:p>
      </dsp:txBody>
      <dsp:txXfrm>
        <a:off x="4155097" y="1088253"/>
        <a:ext cx="2959127" cy="1837317"/>
      </dsp:txXfrm>
    </dsp:sp>
    <dsp:sp modelId="{F79A9743-653B-4C15-94A9-8719D39ED42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B754D-D50F-4982-9B82-743D72B2319F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Features: Timestamped Reports, Split into each Domain, and a clear lift of suspicious behaviors</a:t>
          </a:r>
        </a:p>
      </dsp:txBody>
      <dsp:txXfrm>
        <a:off x="7911539" y="1088253"/>
        <a:ext cx="2959127" cy="18373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90D44-ED66-460F-9368-62D2B170B86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C9747-3E8B-47E8-913B-4AEACAD2A5A8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Problem: TTL values would always return as 0, causing them to appear in the report since the value was below 60</a:t>
          </a:r>
        </a:p>
      </dsp:txBody>
      <dsp:txXfrm>
        <a:off x="608661" y="692298"/>
        <a:ext cx="4508047" cy="2799040"/>
      </dsp:txXfrm>
    </dsp:sp>
    <dsp:sp modelId="{E948DE3E-0C98-4BE3-86A4-D832469D205A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048BB-1B95-48D1-AEB4-A543DB075104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Reason: TTL values are only present in the DNS response itself. My code captures just queries, causing the TTL field to be empty, defaulting to 0</a:t>
          </a:r>
        </a:p>
      </dsp:txBody>
      <dsp:txXfrm>
        <a:off x="6331365" y="692298"/>
        <a:ext cx="4508047" cy="27990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A5F57-BD54-4D77-A06E-FCCC452E3390}">
      <dsp:nvSpPr>
        <dsp:cNvPr id="0" name=""/>
        <dsp:cNvSpPr/>
      </dsp:nvSpPr>
      <dsp:spPr>
        <a:xfrm>
          <a:off x="3496905" y="1801"/>
          <a:ext cx="3934018" cy="118896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Problem: Viewing these reports in the terminal is not user-friendly</a:t>
          </a:r>
        </a:p>
      </dsp:txBody>
      <dsp:txXfrm>
        <a:off x="3554946" y="59842"/>
        <a:ext cx="3817936" cy="1072886"/>
      </dsp:txXfrm>
    </dsp:sp>
    <dsp:sp modelId="{61C6B433-429C-4E7F-A6D0-CD44418EB11A}">
      <dsp:nvSpPr>
        <dsp:cNvPr id="0" name=""/>
        <dsp:cNvSpPr/>
      </dsp:nvSpPr>
      <dsp:spPr>
        <a:xfrm>
          <a:off x="3496905" y="1250218"/>
          <a:ext cx="3934018" cy="118896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Solution: Build a simple GUI using tkinter, a python-based GUI tool</a:t>
          </a:r>
        </a:p>
      </dsp:txBody>
      <dsp:txXfrm>
        <a:off x="3554946" y="1308259"/>
        <a:ext cx="3817936" cy="1072886"/>
      </dsp:txXfrm>
    </dsp:sp>
    <dsp:sp modelId="{774712F5-78F2-4BB4-9316-7401D76E6758}">
      <dsp:nvSpPr>
        <dsp:cNvPr id="0" name=""/>
        <dsp:cNvSpPr/>
      </dsp:nvSpPr>
      <dsp:spPr>
        <a:xfrm>
          <a:off x="3496905" y="2498635"/>
          <a:ext cx="3934018" cy="118896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Features: Button to select .pcapng file from your files, runs immediately after being selected, and displays the report in a scrollable user-friendly text box</a:t>
          </a:r>
        </a:p>
      </dsp:txBody>
      <dsp:txXfrm>
        <a:off x="3554946" y="2556676"/>
        <a:ext cx="3817936" cy="10728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C67E1-2202-474C-8C09-EC44C4178FD3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3D2E2-5A3B-4BD3-9CE3-7512154DBD86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Reports make the data understandable for end users</a:t>
          </a:r>
        </a:p>
      </dsp:txBody>
      <dsp:txXfrm>
        <a:off x="100682" y="2175763"/>
        <a:ext cx="2370489" cy="720000"/>
      </dsp:txXfrm>
    </dsp:sp>
    <dsp:sp modelId="{9725CB7E-F275-4BE7-B4C2-10C9F872F64F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49A45-3E19-4A33-8C11-753DE695B9A0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GUI makes the tool usable for anyone</a:t>
          </a:r>
        </a:p>
      </dsp:txBody>
      <dsp:txXfrm>
        <a:off x="2886007" y="2175763"/>
        <a:ext cx="2370489" cy="720000"/>
      </dsp:txXfrm>
    </dsp:sp>
    <dsp:sp modelId="{0AC9CB85-D715-4366-8EDD-B688AF461D10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4E3CF-2E52-4CB7-B560-C93E0DAD9FAE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itself -&gt; Prototype</a:t>
          </a:r>
        </a:p>
      </dsp:txBody>
      <dsp:txXfrm>
        <a:off x="5671332" y="2175763"/>
        <a:ext cx="2370489" cy="720000"/>
      </dsp:txXfrm>
    </dsp:sp>
    <dsp:sp modelId="{757B0AB9-2954-4C9B-A2AE-7B11B6B3FD8E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051D4-AB37-4214-A360-ACBA1849863A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in GUI -&gt; Forensic Tool with Real Application</a:t>
          </a:r>
        </a:p>
      </dsp:txBody>
      <dsp:txXfrm>
        <a:off x="8456657" y="2175763"/>
        <a:ext cx="2370489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9EAA5-4D1C-4C2C-AFA9-FFF8FB0EC191}">
      <dsp:nvSpPr>
        <dsp:cNvPr id="0" name=""/>
        <dsp:cNvSpPr/>
      </dsp:nvSpPr>
      <dsp:spPr>
        <a:xfrm rot="5400000">
          <a:off x="6955336" y="-2900619"/>
          <a:ext cx="951174" cy="699381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Solution: Research and Videos</a:t>
          </a:r>
        </a:p>
      </dsp:txBody>
      <dsp:txXfrm rot="-5400000">
        <a:off x="3934018" y="167131"/>
        <a:ext cx="6947378" cy="858310"/>
      </dsp:txXfrm>
    </dsp:sp>
    <dsp:sp modelId="{D3DB42AA-C8BE-4215-A7E8-1FBB64E1C990}">
      <dsp:nvSpPr>
        <dsp:cNvPr id="0" name=""/>
        <dsp:cNvSpPr/>
      </dsp:nvSpPr>
      <dsp:spPr>
        <a:xfrm>
          <a:off x="0" y="1801"/>
          <a:ext cx="3934018" cy="118896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Challenge 1: Learning Wireshark from Scratch</a:t>
          </a:r>
        </a:p>
      </dsp:txBody>
      <dsp:txXfrm>
        <a:off x="58041" y="59842"/>
        <a:ext cx="3817936" cy="1072886"/>
      </dsp:txXfrm>
    </dsp:sp>
    <dsp:sp modelId="{DEDCCF8E-86C4-4311-9553-A448458F2A2C}">
      <dsp:nvSpPr>
        <dsp:cNvPr id="0" name=""/>
        <dsp:cNvSpPr/>
      </dsp:nvSpPr>
      <dsp:spPr>
        <a:xfrm rot="5400000">
          <a:off x="6955336" y="-1652202"/>
          <a:ext cx="951174" cy="6993810"/>
        </a:xfrm>
        <a:prstGeom prst="round2Same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Solution: TRUST NOTHING. Treat these positives like any other. Cybersecurity is important. Do research as to why the positive shows up and clear it.</a:t>
          </a:r>
        </a:p>
      </dsp:txBody>
      <dsp:txXfrm rot="-5400000">
        <a:off x="3934018" y="1415548"/>
        <a:ext cx="6947378" cy="858310"/>
      </dsp:txXfrm>
    </dsp:sp>
    <dsp:sp modelId="{4FC01F55-4E8B-4777-9F8D-718785DC0539}">
      <dsp:nvSpPr>
        <dsp:cNvPr id="0" name=""/>
        <dsp:cNvSpPr/>
      </dsp:nvSpPr>
      <dsp:spPr>
        <a:xfrm>
          <a:off x="0" y="1250218"/>
          <a:ext cx="3934018" cy="118896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Challenge 2: False Positives</a:t>
          </a:r>
        </a:p>
      </dsp:txBody>
      <dsp:txXfrm>
        <a:off x="58041" y="1308259"/>
        <a:ext cx="3817936" cy="1072886"/>
      </dsp:txXfrm>
    </dsp:sp>
    <dsp:sp modelId="{5267EBB7-F472-48B4-B3E1-9D1699F5BAD7}">
      <dsp:nvSpPr>
        <dsp:cNvPr id="0" name=""/>
        <dsp:cNvSpPr/>
      </dsp:nvSpPr>
      <dsp:spPr>
        <a:xfrm rot="5400000">
          <a:off x="6955336" y="-403785"/>
          <a:ext cx="951174" cy="6993810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Solution: When designing the GUI, I pretended I had no knowledge on the subject. Made the GUI a simple and usable as possible</a:t>
          </a:r>
        </a:p>
      </dsp:txBody>
      <dsp:txXfrm rot="-5400000">
        <a:off x="3934018" y="2663965"/>
        <a:ext cx="6947378" cy="858310"/>
      </dsp:txXfrm>
    </dsp:sp>
    <dsp:sp modelId="{C5B79C0E-42AD-4F6B-940A-EFBBC4B2D169}">
      <dsp:nvSpPr>
        <dsp:cNvPr id="0" name=""/>
        <dsp:cNvSpPr/>
      </dsp:nvSpPr>
      <dsp:spPr>
        <a:xfrm>
          <a:off x="0" y="2498635"/>
          <a:ext cx="3934018" cy="118896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Challenge 3: Thinking like an end user</a:t>
          </a:r>
        </a:p>
      </dsp:txBody>
      <dsp:txXfrm>
        <a:off x="58041" y="2556676"/>
        <a:ext cx="3817936" cy="107288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8A9AC-4B5A-4473-8870-CBA472FF7292}">
      <dsp:nvSpPr>
        <dsp:cNvPr id="0" name=""/>
        <dsp:cNvSpPr/>
      </dsp:nvSpPr>
      <dsp:spPr>
        <a:xfrm>
          <a:off x="765914" y="20797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4E0AC-5586-4AF4-9E9A-C070FC1E1453}">
      <dsp:nvSpPr>
        <dsp:cNvPr id="0" name=""/>
        <dsp:cNvSpPr/>
      </dsp:nvSpPr>
      <dsp:spPr>
        <a:xfrm>
          <a:off x="765914" y="186073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Technical Skills:</a:t>
          </a:r>
        </a:p>
      </dsp:txBody>
      <dsp:txXfrm>
        <a:off x="765914" y="1860737"/>
        <a:ext cx="4320000" cy="648000"/>
      </dsp:txXfrm>
    </dsp:sp>
    <dsp:sp modelId="{F95651AE-5DC9-4072-93AA-E282A05CC1DD}">
      <dsp:nvSpPr>
        <dsp:cNvPr id="0" name=""/>
        <dsp:cNvSpPr/>
      </dsp:nvSpPr>
      <dsp:spPr>
        <a:xfrm>
          <a:off x="765914" y="2574206"/>
          <a:ext cx="4320000" cy="907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DNS Traffic Packet Analysis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Anomaly Detection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Python in a real-world application</a:t>
          </a:r>
        </a:p>
      </dsp:txBody>
      <dsp:txXfrm>
        <a:off x="765914" y="2574206"/>
        <a:ext cx="4320000" cy="907219"/>
      </dsp:txXfrm>
    </dsp:sp>
    <dsp:sp modelId="{283227B3-7C96-40E1-80EC-F08F3805F738}">
      <dsp:nvSpPr>
        <dsp:cNvPr id="0" name=""/>
        <dsp:cNvSpPr/>
      </dsp:nvSpPr>
      <dsp:spPr>
        <a:xfrm>
          <a:off x="5841914" y="20797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A7F9A-7C97-42AE-8BFF-97144C639EC6}">
      <dsp:nvSpPr>
        <dsp:cNvPr id="0" name=""/>
        <dsp:cNvSpPr/>
      </dsp:nvSpPr>
      <dsp:spPr>
        <a:xfrm>
          <a:off x="5841914" y="186073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Professional Skills:</a:t>
          </a:r>
        </a:p>
      </dsp:txBody>
      <dsp:txXfrm>
        <a:off x="5841914" y="1860737"/>
        <a:ext cx="4320000" cy="648000"/>
      </dsp:txXfrm>
    </dsp:sp>
    <dsp:sp modelId="{8CFF2AD3-4567-4E9B-A966-03E0C4664706}">
      <dsp:nvSpPr>
        <dsp:cNvPr id="0" name=""/>
        <dsp:cNvSpPr/>
      </dsp:nvSpPr>
      <dsp:spPr>
        <a:xfrm>
          <a:off x="5841914" y="2574206"/>
          <a:ext cx="4320000" cy="907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Modular Design in coding and organization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Understanding the importance of usability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Connecting academic work to career goals</a:t>
          </a:r>
        </a:p>
      </dsp:txBody>
      <dsp:txXfrm>
        <a:off x="5841914" y="2574206"/>
        <a:ext cx="4320000" cy="9072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CD4C9-C76C-4A08-9D5E-29DE6FA6A53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E7A0D-FF4E-4246-A2B3-0DE7F79B8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E7A0D-FF4E-4246-A2B3-0DE7F79B820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4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C839-14E9-ECF7-EB7B-4ABA4A8E6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0113E-E0DC-7EAC-49BF-81BA56F23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7E2F-3752-AED4-6D55-6161CFED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1F88-2BC5-A16D-6F36-BA09DDCF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6087-5D19-F4B5-7AD2-7302B927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5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8D8F-E3A3-1C7D-7F48-35AA1FE2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676-86EB-6088-DA29-5FB52908F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10C71-200B-A3EB-7E20-61313D25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82073-A396-7685-167B-504EC55E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2D6C-CEB8-ED27-1582-EE4B7D52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1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5FEE-1EA5-17B9-6B55-288DF2DE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F227F-3488-CB3E-E532-C2B59147C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48E39-317A-7EBA-EC14-CE2851DC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9400-34E4-50A5-CADA-F2D7846B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F53B7-3771-5AB1-C95E-11018FC4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0E9A-3029-D4A3-A8D4-EC61720F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3288-A226-895A-4299-2CD34D9D3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6D130-5E20-5982-66B1-F8BD539F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350F9-38D7-A9A1-A76D-1E2DA31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15970-4361-6AE3-B3A0-07107CE4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114F-124F-CD3C-1684-F9BAC61C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302C-E032-C017-6782-46231BF4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F3107-A4DB-AEB5-2682-6E57691D1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D9DDB-67C9-2D76-CC4E-CD4430450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831E-4E3C-163B-A6C8-F2BE90982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CD4C6-A20A-FE8C-095B-910157F07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92BF4-66EE-8303-80CB-4ED27BAA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52463-82CB-44D4-E9B8-45132B97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2E992-5FFB-AEC7-73D3-F68D07CD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7162-D8AB-B8CB-2318-D92084AB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EE785-AD70-0429-C9B9-53EE4936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67FFC-4753-866A-D5EB-773DC572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C981B-4A4D-E545-A41D-AD494BC7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3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E0B31-9BC7-0282-CAFC-8BEB62EF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22C3E-2339-A26F-0E66-70C7EB7E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2FC7E-13B8-383C-139C-B1DB09DF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1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E3E7-5151-B6CB-2730-73C422AB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F6A1-DC6E-0E10-4B3C-B1C919B1F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FEA1A-C3EB-D939-7CC7-09C71EB23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D0664-F5B4-8EC0-1F6B-61BD0E4D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2753D-25BC-4B2A-5D34-1AEFFA81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45154-0BD2-5953-2FAF-3540CAB0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3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85DF-85F4-1FB2-768F-636AB914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BFD0E-31D8-F5AE-EFE4-AE7571672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35056-A217-BC61-91E6-3186520AD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0AE8B-90D5-B500-5DDF-4A6A8007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3F49-7748-571F-4E1B-8D8457B2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4790D-13F0-ED62-C74B-32479B4C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5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A733-2A19-4819-0EFE-305AD756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E4D16-5C77-BE17-E127-4DC99480A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78067-A860-0E15-08CD-5FD09538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EC1F0-4CA1-FCC4-05B2-D09357D7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01131-FAF7-3851-6F0A-9272A2ED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82C2B-F1F7-42E3-FDC9-5AE83F0B2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CEA82-ECEE-48F1-B345-E7CBFC239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5A6B-4DC7-A248-547A-68F24A15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BCF89-D8A7-2B45-22ED-35A34D10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3DD3-8E7C-7233-68D8-DEC25453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6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8C0F25-A14A-E571-46D5-98107540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2CB24-F99B-C4A2-6DCA-4386FD692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FAF03-768A-323E-E7C5-87290BF27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861E7-52E8-4763-82A8-FD7C78797A7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DBBA3-BA15-3B9F-CBB0-751609101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26520-554E-3CAD-1F87-34B943B5A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F870E-5546-4762-BB3E-FA5AD38BF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5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05B6D-8CEF-388A-3E82-7E452EED9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Network Forensic Analyzer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039F4-4C4D-0378-0E4E-7D3FBBC07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Kade Whitman</a:t>
            </a:r>
          </a:p>
          <a:p>
            <a:r>
              <a:rPr lang="en-US" sz="2200">
                <a:solidFill>
                  <a:srgbClr val="FFFFFF"/>
                </a:solidFill>
              </a:rPr>
              <a:t>CPSC495: Computer Science Seminar</a:t>
            </a:r>
          </a:p>
        </p:txBody>
      </p:sp>
    </p:spTree>
    <p:extLst>
      <p:ext uri="{BB962C8B-B14F-4D97-AF65-F5344CB8AC3E}">
        <p14:creationId xmlns:p14="http://schemas.microsoft.com/office/powerpoint/2010/main" val="91688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902D8-44C4-341B-64AD-AE679B0B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Project Overview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2185BEF-6468-138A-CDE3-ECA9B7C84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39212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07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95BD6-D451-E204-72EC-AC83693F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Understanding Packets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5E8D4E-8415-699A-2F13-1BC744010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1055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944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592C8-1536-76DD-4CAF-76B03D69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DNS?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63D4188-D163-199A-4EC3-1C476465A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736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196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8D45A-F8A1-33FC-43DC-DB9A54EA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1: .pcapng Files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4EBF699-822F-5CB8-FCFF-A702F8FE9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02796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61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FC10-E15E-7505-3968-9E70744F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Phase 1: Code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2434717-9CC9-DB5C-75C0-C727C89A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9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5A92F9-3F31-59D9-EBFB-423735B6FAE1}"/>
              </a:ext>
            </a:extLst>
          </p:cNvPr>
          <p:cNvSpPr txBox="1"/>
          <p:nvPr/>
        </p:nvSpPr>
        <p:spPr>
          <a:xfrm>
            <a:off x="4223982" y="3752850"/>
            <a:ext cx="7782961" cy="3007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Import </a:t>
            </a:r>
            <a:r>
              <a:rPr lang="en-US" sz="1600" dirty="0" err="1"/>
              <a:t>pyshark</a:t>
            </a:r>
            <a:r>
              <a:rPr lang="en-US" sz="1600" dirty="0"/>
              <a:t> loads the </a:t>
            </a:r>
            <a:r>
              <a:rPr lang="en-US" sz="1600" dirty="0" err="1"/>
              <a:t>pyshark</a:t>
            </a:r>
            <a:r>
              <a:rPr lang="en-US" sz="1600" dirty="0"/>
              <a:t> library, which syncs python with Wireshark’s command line tool, </a:t>
            </a:r>
            <a:r>
              <a:rPr lang="en-US" sz="1600" dirty="0" err="1"/>
              <a:t>tshark</a:t>
            </a:r>
            <a:r>
              <a:rPr lang="en-US" sz="1600" dirty="0"/>
              <a:t>, makes reading .</a:t>
            </a:r>
            <a:r>
              <a:rPr lang="en-US" sz="1600" dirty="0" err="1"/>
              <a:t>pcapng</a:t>
            </a:r>
            <a:r>
              <a:rPr lang="en-US" sz="1600" dirty="0"/>
              <a:t> files possible in Python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Variable “capture” performs a </a:t>
            </a:r>
            <a:r>
              <a:rPr lang="en-US" sz="1600" dirty="0" err="1"/>
              <a:t>fileCapture</a:t>
            </a:r>
            <a:r>
              <a:rPr lang="en-US" sz="1600" dirty="0"/>
              <a:t> on whatever .</a:t>
            </a:r>
            <a:r>
              <a:rPr lang="en-US" sz="1600" dirty="0" err="1"/>
              <a:t>pcapng</a:t>
            </a:r>
            <a:r>
              <a:rPr lang="en-US" sz="1600" dirty="0"/>
              <a:t> file you want to read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For loop  that tracks index </a:t>
            </a:r>
            <a:r>
              <a:rPr lang="en-US" sz="1600" dirty="0" err="1"/>
              <a:t>i</a:t>
            </a:r>
            <a:r>
              <a:rPr lang="en-US" sz="1600" dirty="0"/>
              <a:t>, calls variable ”capture”. Enumerate counts how many packets are processed in a single .</a:t>
            </a:r>
            <a:r>
              <a:rPr lang="en-US" sz="1600" dirty="0" err="1"/>
              <a:t>pcapng</a:t>
            </a:r>
            <a:r>
              <a:rPr lang="en-US" sz="1600" dirty="0"/>
              <a:t> file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If statement with break stops the for loop after 5 packets to prevent terminal flooding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Print(packet) prints the raw data we can analyze</a:t>
            </a:r>
          </a:p>
        </p:txBody>
      </p:sp>
    </p:spTree>
    <p:extLst>
      <p:ext uri="{BB962C8B-B14F-4D97-AF65-F5344CB8AC3E}">
        <p14:creationId xmlns:p14="http://schemas.microsoft.com/office/powerpoint/2010/main" val="443737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4743-A180-9F7E-2E14-94630B45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1: Output</a:t>
            </a:r>
            <a:endParaRPr lang="en-US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50DBE7-A79F-2E01-4D77-00CD5AC94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7"/>
            <a:ext cx="7892716" cy="4802187"/>
          </a:xfrm>
        </p:spPr>
      </p:pic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11B3391A-1338-C0E5-F6C9-E765CEF28163}"/>
              </a:ext>
            </a:extLst>
          </p:cNvPr>
          <p:cNvGraphicFramePr/>
          <p:nvPr/>
        </p:nvGraphicFramePr>
        <p:xfrm>
          <a:off x="8013032" y="386838"/>
          <a:ext cx="3994484" cy="6463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552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9FAA-A759-6792-D5B3-02C31A08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2: Code to Extract DNS Traffic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096D87-7926-12C1-8312-8611F73137FE}"/>
              </a:ext>
            </a:extLst>
          </p:cNvPr>
          <p:cNvSpPr txBox="1"/>
          <p:nvPr/>
        </p:nvSpPr>
        <p:spPr>
          <a:xfrm>
            <a:off x="5825613" y="838200"/>
            <a:ext cx="5501247" cy="18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try-except block is the main code that extracts and prints out the DNS traffic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It prints the query, the type, and the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EXCEPT if the DNS packet is incomplete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46D73EA-B129-171A-FAD0-9E9B3FC4C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7" y="3245666"/>
            <a:ext cx="10591800" cy="285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2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4B89-7A7F-7782-9C16-C70D94E4F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2: Output of Extracting DNS Traffic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A08AA6-B447-D575-493C-761840075999}"/>
              </a:ext>
            </a:extLst>
          </p:cNvPr>
          <p:cNvSpPr txBox="1"/>
          <p:nvPr/>
        </p:nvSpPr>
        <p:spPr>
          <a:xfrm>
            <a:off x="5825613" y="838200"/>
            <a:ext cx="5501247" cy="18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Query: The website address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Type: What type of DNS record it is. Type 1 is IPv4 Address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Response: The IP address that is being returned from this response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43D0608-0679-19BC-B556-2CC610161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7" y="3272146"/>
            <a:ext cx="10591800" cy="280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24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BCDB-2D0E-58F2-8A27-88B1F02F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887" y="1138036"/>
            <a:ext cx="5543653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Phase 2: Code for Detecting Suspicious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FBF989-E1E0-41D0-8A4F-A5C3E8193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9872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75BF9-0D99-8CB7-8894-1E79565A9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7" y="4430486"/>
            <a:ext cx="5567248" cy="57694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02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D13C36-B303-F338-37B9-11B952F03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88"/>
            <a:ext cx="5564591" cy="34271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5D65F9-96A1-1869-977E-AE95B7421A25}"/>
              </a:ext>
            </a:extLst>
          </p:cNvPr>
          <p:cNvSpPr txBox="1"/>
          <p:nvPr/>
        </p:nvSpPr>
        <p:spPr>
          <a:xfrm>
            <a:off x="5634887" y="2551176"/>
            <a:ext cx="5543653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Cap variable grabs packet and filters DNS info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Query_log creates the list to store each “suspicious” log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Domain, Ip, and ttl pull out the domain name, the IP address, and the time-to-live (the amount of time the computer should remember a DNS response)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Appending the ip and ttl of the query_log means to add that information to the log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Detection logic: If statements consider suspicious activity as either repeated queries to the same IP, multiple Ips used in one domain, or short TTLs</a:t>
            </a:r>
          </a:p>
        </p:txBody>
      </p:sp>
    </p:spTree>
    <p:extLst>
      <p:ext uri="{BB962C8B-B14F-4D97-AF65-F5344CB8AC3E}">
        <p14:creationId xmlns:p14="http://schemas.microsoft.com/office/powerpoint/2010/main" val="2510124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FC8E7-1A3C-6925-53E6-4A80D857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2: Output of Detecting Suspicious Patterns</a:t>
            </a:r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F0F6B829-F742-9DEF-1897-BAEBE03E2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030" y="1966293"/>
            <a:ext cx="798593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4E039-1E34-485B-FC52-AE7CD069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2: Why just Visting Google Causes Flags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6BDAB8A-EBF8-BF8C-0927-958DEE7EBB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22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106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26372-A912-2580-CA70-4F367FCE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3: Report Generation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1977BB0-A466-2FEF-9981-538A05EC4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47979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39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F0C9-28E7-64AD-DFFD-9CD01CCB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3: Code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EC59FB-10CF-E5F8-F269-0141CB02C964}"/>
              </a:ext>
            </a:extLst>
          </p:cNvPr>
          <p:cNvSpPr txBox="1"/>
          <p:nvPr/>
        </p:nvSpPr>
        <p:spPr>
          <a:xfrm>
            <a:off x="761840" y="2551176"/>
            <a:ext cx="4544762" cy="3602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Tkinter import for GUI, imports the filedialog font, and scrolling for the report in the GUI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Def run_analysis captures and opens the PCAP file and filters out the DNS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For packet in cap section reads each DNS packet one by one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Detection Logic runs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2F362D7-1177-3711-9509-EBE9D022C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744" y="1725657"/>
            <a:ext cx="6866621" cy="411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5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724C-A1C2-8700-C742-D2C228BA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3: GUI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F864BFA-F9BC-8751-FEB4-95BAB5556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644"/>
            <a:ext cx="7537398" cy="420209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93C569-D957-82FB-384C-C0B878862B27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rest of the detection logic at the top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Def open_file is the logic so the end user can select a file from their computer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GUI setup: renders GUI that allows selecting a file. Report them prints in a scrollable box</a:t>
            </a:r>
          </a:p>
        </p:txBody>
      </p:sp>
    </p:spTree>
    <p:extLst>
      <p:ext uri="{BB962C8B-B14F-4D97-AF65-F5344CB8AC3E}">
        <p14:creationId xmlns:p14="http://schemas.microsoft.com/office/powerpoint/2010/main" val="113429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771F-BA7D-09B3-4E6C-F8D4AA20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Phase 3: Report Output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280FCA5-01B0-1B06-F2FF-2B247C532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51" b="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F7C24FB-F5AA-DC88-600C-BA2936E1C723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report is easy to read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Shows the anomalies and their reason for being anomalies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Readable for an end user who wants to know the security risks of certain websites or online programs they are visiting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Ran into issue of TTL values of 0 being returned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7037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45122-4389-4720-20CD-913E6F9F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3: TTL Values returning 0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9D0F41D-C95B-B886-E041-B664B33F41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0979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0707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5F9CC-9EB7-79E7-4200-13A35165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Phase 3: Solution to this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AE129-7EB8-5150-4210-02A3E4625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/>
              <a:t>Step 1: Add dns.flags.response to the display_filter</a:t>
            </a:r>
          </a:p>
          <a:p>
            <a:endParaRPr lang="en-US" sz="2000"/>
          </a:p>
          <a:p>
            <a:r>
              <a:rPr lang="en-US" sz="2000"/>
              <a:t>Step 2: Change the 0 return to “None”</a:t>
            </a:r>
          </a:p>
          <a:p>
            <a:endParaRPr lang="en-US" sz="2000"/>
          </a:p>
          <a:p>
            <a:r>
              <a:rPr lang="en-US" sz="2000"/>
              <a:t>Step 3: Create an if-else statement to handle multiple TTLs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E420E71-0187-FD8E-2B96-DCA437AA4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112" y="1573396"/>
            <a:ext cx="5753261" cy="420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23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BB2D2-46F9-1D58-E10A-64D81B8D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US" sz="4000"/>
              <a:t>Phase 3: Extra Anomalies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B8FF21E-1475-4F87-4170-2146EEBD1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342"/>
            <a:ext cx="7611073" cy="36342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2E685-23B0-E4BB-4D88-E30B63B13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3286" y="326572"/>
            <a:ext cx="4180114" cy="653142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Added more data that can be flagged as suspicious activity</a:t>
            </a:r>
          </a:p>
          <a:p>
            <a:endParaRPr lang="en-US" sz="1800" dirty="0"/>
          </a:p>
          <a:p>
            <a:r>
              <a:rPr lang="en-US" sz="1800" dirty="0"/>
              <a:t>Added Non-existent domain reads. Hackers use these non-existent domains and convert them into channels that can be contacted</a:t>
            </a:r>
          </a:p>
          <a:p>
            <a:endParaRPr lang="en-US" sz="1800" dirty="0"/>
          </a:p>
          <a:p>
            <a:r>
              <a:rPr lang="en-US" sz="1800" dirty="0"/>
              <a:t>Unusual query type flag: If type A (IPv4) or type AAAA (IPv6) aren’t returned, an unusual query type flag will occur to warn of DNS tunneling</a:t>
            </a:r>
          </a:p>
          <a:p>
            <a:endParaRPr lang="en-US" sz="1800" dirty="0"/>
          </a:p>
          <a:p>
            <a:r>
              <a:rPr lang="en-US" sz="1800" dirty="0"/>
              <a:t>Excessive subdomains: some of those subdomains could be used by hackers for extracting DNS data</a:t>
            </a:r>
          </a:p>
          <a:p>
            <a:endParaRPr lang="en-US" sz="1800" dirty="0"/>
          </a:p>
          <a:p>
            <a:r>
              <a:rPr lang="en-US" sz="1800" dirty="0"/>
              <a:t>Long domain name check: Trusted websites usually have short and clean domain names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0418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AD1E6-3003-7F93-5C46-642B5579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3: GUI 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438571-7E82-E86E-90C3-96CCBEF6C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3312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5513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0D745-9FFF-996E-E898-9422A506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3: GUI Output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0CCB9-4BC1-6387-2351-95D3D993C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198051"/>
            <a:ext cx="7225748" cy="4461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456FAD-1D03-87E0-8704-06C33E70E2D6}"/>
              </a:ext>
            </a:extLst>
          </p:cNvPr>
          <p:cNvSpPr txBox="1"/>
          <p:nvPr/>
        </p:nvSpPr>
        <p:spPr>
          <a:xfrm>
            <a:off x="8142514" y="1531710"/>
            <a:ext cx="3635829" cy="435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88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401E2-CE31-9FCD-D32F-97363A22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47828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3: GUI Output with Report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BCCA8E-4DE9-7F4A-2F5C-F019AC742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4" y="-9337"/>
            <a:ext cx="8153396" cy="685757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F24DEE-2C17-6E74-AD9B-96749C145C17}"/>
              </a:ext>
            </a:extLst>
          </p:cNvPr>
          <p:cNvSpPr txBox="1">
            <a:spLocks/>
          </p:cNvSpPr>
          <p:nvPr/>
        </p:nvSpPr>
        <p:spPr>
          <a:xfrm>
            <a:off x="475789" y="2492520"/>
            <a:ext cx="3138267" cy="38867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20000"/>
              </a:lnSpc>
            </a:pPr>
            <a:r>
              <a:rPr lang="en-US" sz="4000" dirty="0">
                <a:solidFill>
                  <a:srgbClr val="FFFFFF"/>
                </a:solidFill>
              </a:rPr>
              <a:t>This is the top part of a packet where I visited CNN, Amazon, Facebook, </a:t>
            </a:r>
            <a:r>
              <a:rPr lang="en-US" sz="4000" dirty="0" err="1">
                <a:solidFill>
                  <a:srgbClr val="FFFFFF"/>
                </a:solidFill>
              </a:rPr>
              <a:t>Youtube</a:t>
            </a:r>
            <a:r>
              <a:rPr lang="en-US" sz="4000" dirty="0">
                <a:solidFill>
                  <a:srgbClr val="FFFFFF"/>
                </a:solidFill>
              </a:rPr>
              <a:t>, OneDrive, and Outlook</a:t>
            </a:r>
          </a:p>
        </p:txBody>
      </p:sp>
    </p:spTree>
    <p:extLst>
      <p:ext uri="{BB962C8B-B14F-4D97-AF65-F5344CB8AC3E}">
        <p14:creationId xmlns:p14="http://schemas.microsoft.com/office/powerpoint/2010/main" val="1952067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EAFEEE-BABC-396B-AE5F-E644086C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Phase 3: Why use a GUI?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1D02EB-2A84-C2D8-DF74-329604F53C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04979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9534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7C55E-6CC9-4D20-34A4-E07E72AF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Other Challenges and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237711-CE71-CD57-ABBB-ADF9C46A3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14764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8711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FB8C0-2737-38B7-7EC2-A7D2E1D6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58FB74-44FD-F636-FB79-53C323D07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0039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2956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1F264-FA77-85A1-E5CF-2A114B4F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1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15712</TotalTime>
  <Words>1442</Words>
  <Application>Microsoft Office PowerPoint</Application>
  <PresentationFormat>Widescreen</PresentationFormat>
  <Paragraphs>139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Network Forensic Analyzer Project</vt:lpstr>
      <vt:lpstr>Project Overview</vt:lpstr>
      <vt:lpstr>Understanding Packets</vt:lpstr>
      <vt:lpstr>What is DNS?</vt:lpstr>
      <vt:lpstr>Phase 1: .pcapng Files</vt:lpstr>
      <vt:lpstr>Phase 1: Code</vt:lpstr>
      <vt:lpstr>Phase 1: Output</vt:lpstr>
      <vt:lpstr>Phase 2: Code to Extract DNS Traffic</vt:lpstr>
      <vt:lpstr>Phase 2: Output of Extracting DNS Traffic</vt:lpstr>
      <vt:lpstr>Phase 2: Code for Detecting Suspicious Patterns</vt:lpstr>
      <vt:lpstr>Phase 2: Output of Detecting Suspicious Patterns</vt:lpstr>
      <vt:lpstr>Phase 2: Why just Visting Google Causes Flags</vt:lpstr>
      <vt:lpstr>Phase 3: Report Generation</vt:lpstr>
      <vt:lpstr>Phase 3: Code</vt:lpstr>
      <vt:lpstr>Phase 3: GUI Code</vt:lpstr>
      <vt:lpstr>Phase 3: Report Output</vt:lpstr>
      <vt:lpstr>Phase 3: TTL Values returning 0</vt:lpstr>
      <vt:lpstr>Phase 3: Solution to this Problem</vt:lpstr>
      <vt:lpstr>Phase 3: Extra Anomalies</vt:lpstr>
      <vt:lpstr>Phase 3: GUI Interface</vt:lpstr>
      <vt:lpstr>Phase 3: GUI Output</vt:lpstr>
      <vt:lpstr>Phase 3: GUI Output with Report</vt:lpstr>
      <vt:lpstr>Phase 3: Why use a GUI?</vt:lpstr>
      <vt:lpstr>Other Challenges and Solutions</vt:lpstr>
      <vt:lpstr>What I Learned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Forensic Analyzer Project</dc:title>
  <dc:creator>Kade J. Whitman</dc:creator>
  <cp:lastModifiedBy>Kade J. Whitman</cp:lastModifiedBy>
  <cp:revision>1</cp:revision>
  <dcterms:created xsi:type="dcterms:W3CDTF">2025-11-24T21:01:09Z</dcterms:created>
  <dcterms:modified xsi:type="dcterms:W3CDTF">2025-12-09T20:28:07Z</dcterms:modified>
</cp:coreProperties>
</file>